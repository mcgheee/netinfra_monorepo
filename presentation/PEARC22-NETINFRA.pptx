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60" r:id="rId2"/>
    <p:sldId id="289" r:id="rId3"/>
    <p:sldId id="291" r:id="rId4"/>
    <p:sldId id="278" r:id="rId5"/>
    <p:sldId id="288" r:id="rId6"/>
    <p:sldId id="274" r:id="rId7"/>
    <p:sldId id="290" r:id="rId8"/>
    <p:sldId id="277" r:id="rId9"/>
    <p:sldId id="283" r:id="rId10"/>
    <p:sldId id="272" r:id="rId11"/>
    <p:sldId id="285" r:id="rId12"/>
    <p:sldId id="292" r:id="rId13"/>
    <p:sldId id="287" r:id="rId14"/>
    <p:sldId id="294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428"/>
    <a:srgbClr val="4F8CCB"/>
    <a:srgbClr val="DF2228"/>
    <a:srgbClr val="FF655D"/>
    <a:srgbClr val="91BDE6"/>
    <a:srgbClr val="FEE07E"/>
    <a:srgbClr val="FFFFFF"/>
    <a:srgbClr val="E4383B"/>
    <a:srgbClr val="EA9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09063-600C-483F-9239-9532FF7E22DC}" v="65" dt="2022-07-13T14:07:36.039"/>
    <p1510:client id="{751B31EF-9B61-4239-A22E-92B9F8EAA733}" v="50" dt="2022-07-13T01:21:47.318"/>
    <p1510:client id="{FA64414F-8AA4-48D9-9729-33731B311A48}" v="4252" dt="2022-07-13T00:58:1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obatsch, Thomas Johnson" userId="S::tkrobats@vols.utk.edu::6534a74c-1e15-41db-a124-f23a50de631b" providerId="AD" clId="Web-{751B31EF-9B61-4239-A22E-92B9F8EAA733}"/>
    <pc:docChg chg="modSld">
      <pc:chgData name="Krobatsch, Thomas Johnson" userId="S::tkrobats@vols.utk.edu::6534a74c-1e15-41db-a124-f23a50de631b" providerId="AD" clId="Web-{751B31EF-9B61-4239-A22E-92B9F8EAA733}" dt="2022-07-13T01:27:11.986" v="640"/>
      <pc:docMkLst>
        <pc:docMk/>
      </pc:docMkLst>
      <pc:sldChg chg="modNotes">
        <pc:chgData name="Krobatsch, Thomas Johnson" userId="S::tkrobats@vols.utk.edu::6534a74c-1e15-41db-a124-f23a50de631b" providerId="AD" clId="Web-{751B31EF-9B61-4239-A22E-92B9F8EAA733}" dt="2022-07-13T00:35:38.398" v="444"/>
        <pc:sldMkLst>
          <pc:docMk/>
          <pc:sldMk cId="2637085888" sldId="260"/>
        </pc:sldMkLst>
      </pc:sldChg>
      <pc:sldChg chg="modSp">
        <pc:chgData name="Krobatsch, Thomas Johnson" userId="S::tkrobats@vols.utk.edu::6534a74c-1e15-41db-a124-f23a50de631b" providerId="AD" clId="Web-{751B31EF-9B61-4239-A22E-92B9F8EAA733}" dt="2022-07-12T19:48:19.814" v="386" actId="1076"/>
        <pc:sldMkLst>
          <pc:docMk/>
          <pc:sldMk cId="387554752" sldId="277"/>
        </pc:sldMkLst>
        <pc:picChg chg="mod">
          <ac:chgData name="Krobatsch, Thomas Johnson" userId="S::tkrobats@vols.utk.edu::6534a74c-1e15-41db-a124-f23a50de631b" providerId="AD" clId="Web-{751B31EF-9B61-4239-A22E-92B9F8EAA733}" dt="2022-07-12T19:48:19.814" v="386" actId="1076"/>
          <ac:picMkLst>
            <pc:docMk/>
            <pc:sldMk cId="387554752" sldId="277"/>
            <ac:picMk id="9" creationId="{065B852E-C549-F079-D8FE-A000122B329F}"/>
          </ac:picMkLst>
        </pc:picChg>
      </pc:sldChg>
      <pc:sldChg chg="modSp modNotes">
        <pc:chgData name="Krobatsch, Thomas Johnson" userId="S::tkrobats@vols.utk.edu::6534a74c-1e15-41db-a124-f23a50de631b" providerId="AD" clId="Web-{751B31EF-9B61-4239-A22E-92B9F8EAA733}" dt="2022-07-13T01:24:47.153" v="633"/>
        <pc:sldMkLst>
          <pc:docMk/>
          <pc:sldMk cId="4141389629" sldId="285"/>
        </pc:sldMkLst>
        <pc:spChg chg="mod">
          <ac:chgData name="Krobatsch, Thomas Johnson" userId="S::tkrobats@vols.utk.edu::6534a74c-1e15-41db-a124-f23a50de631b" providerId="AD" clId="Web-{751B31EF-9B61-4239-A22E-92B9F8EAA733}" dt="2022-07-13T01:05:24.516" v="493" actId="1076"/>
          <ac:spMkLst>
            <pc:docMk/>
            <pc:sldMk cId="4141389629" sldId="285"/>
            <ac:spMk id="2" creationId="{0AECD03A-F280-8B4C-9A81-D92826F50C09}"/>
          </ac:spMkLst>
        </pc:spChg>
        <pc:spChg chg="mod">
          <ac:chgData name="Krobatsch, Thomas Johnson" userId="S::tkrobats@vols.utk.edu::6534a74c-1e15-41db-a124-f23a50de631b" providerId="AD" clId="Web-{751B31EF-9B61-4239-A22E-92B9F8EAA733}" dt="2022-07-13T01:21:47.318" v="619" actId="20577"/>
          <ac:spMkLst>
            <pc:docMk/>
            <pc:sldMk cId="4141389629" sldId="285"/>
            <ac:spMk id="3" creationId="{939360D2-C51D-BA40-BCEC-1D750CDF884A}"/>
          </ac:spMkLst>
        </pc:spChg>
      </pc:sldChg>
      <pc:sldChg chg="modNotes">
        <pc:chgData name="Krobatsch, Thomas Johnson" userId="S::tkrobats@vols.utk.edu::6534a74c-1e15-41db-a124-f23a50de631b" providerId="AD" clId="Web-{751B31EF-9B61-4239-A22E-92B9F8EAA733}" dt="2022-07-13T00:48:44.177" v="491"/>
        <pc:sldMkLst>
          <pc:docMk/>
          <pc:sldMk cId="4104521371" sldId="289"/>
        </pc:sldMkLst>
      </pc:sldChg>
      <pc:sldChg chg="modNotes">
        <pc:chgData name="Krobatsch, Thomas Johnson" userId="S::tkrobats@vols.utk.edu::6534a74c-1e15-41db-a124-f23a50de631b" providerId="AD" clId="Web-{751B31EF-9B61-4239-A22E-92B9F8EAA733}" dt="2022-07-12T19:46:27.732" v="381"/>
        <pc:sldMkLst>
          <pc:docMk/>
          <pc:sldMk cId="935460535" sldId="290"/>
        </pc:sldMkLst>
      </pc:sldChg>
      <pc:sldChg chg="modNotes">
        <pc:chgData name="Krobatsch, Thomas Johnson" userId="S::tkrobats@vols.utk.edu::6534a74c-1e15-41db-a124-f23a50de631b" providerId="AD" clId="Web-{751B31EF-9B61-4239-A22E-92B9F8EAA733}" dt="2022-07-12T19:40:18.909" v="376"/>
        <pc:sldMkLst>
          <pc:docMk/>
          <pc:sldMk cId="2850551165" sldId="291"/>
        </pc:sldMkLst>
      </pc:sldChg>
      <pc:sldChg chg="modSp modNotes">
        <pc:chgData name="Krobatsch, Thomas Johnson" userId="S::tkrobats@vols.utk.edu::6534a74c-1e15-41db-a124-f23a50de631b" providerId="AD" clId="Web-{751B31EF-9B61-4239-A22E-92B9F8EAA733}" dt="2022-07-13T01:27:11.986" v="640"/>
        <pc:sldMkLst>
          <pc:docMk/>
          <pc:sldMk cId="171600550" sldId="292"/>
        </pc:sldMkLst>
        <pc:graphicFrameChg chg="modGraphic">
          <ac:chgData name="Krobatsch, Thomas Johnson" userId="S::tkrobats@vols.utk.edu::6534a74c-1e15-41db-a124-f23a50de631b" providerId="AD" clId="Web-{751B31EF-9B61-4239-A22E-92B9F8EAA733}" dt="2022-07-12T20:01:31.338" v="417" actId="20577"/>
          <ac:graphicFrameMkLst>
            <pc:docMk/>
            <pc:sldMk cId="171600550" sldId="292"/>
            <ac:graphicFrameMk id="6" creationId="{01866775-28AA-DA1A-B890-00E01A66F4D3}"/>
          </ac:graphicFrameMkLst>
        </pc:graphicFrameChg>
      </pc:sldChg>
      <pc:sldChg chg="modSp">
        <pc:chgData name="Krobatsch, Thomas Johnson" userId="S::tkrobats@vols.utk.edu::6534a74c-1e15-41db-a124-f23a50de631b" providerId="AD" clId="Web-{751B31EF-9B61-4239-A22E-92B9F8EAA733}" dt="2022-07-12T20:27:52.143" v="418" actId="20577"/>
        <pc:sldMkLst>
          <pc:docMk/>
          <pc:sldMk cId="2867397208" sldId="294"/>
        </pc:sldMkLst>
        <pc:spChg chg="mod">
          <ac:chgData name="Krobatsch, Thomas Johnson" userId="S::tkrobats@vols.utk.edu::6534a74c-1e15-41db-a124-f23a50de631b" providerId="AD" clId="Web-{751B31EF-9B61-4239-A22E-92B9F8EAA733}" dt="2022-07-12T20:27:52.143" v="418" actId="20577"/>
          <ac:spMkLst>
            <pc:docMk/>
            <pc:sldMk cId="2867397208" sldId="294"/>
            <ac:spMk id="8" creationId="{97946B05-040E-6D9A-E4CC-F5A948140729}"/>
          </ac:spMkLst>
        </pc:spChg>
      </pc:sldChg>
    </pc:docChg>
  </pc:docChgLst>
  <pc:docChgLst>
    <pc:chgData name="Krobatsch, Thomas Johnson" userId="S::tkrobats@vols.utk.edu::6534a74c-1e15-41db-a124-f23a50de631b" providerId="AD" clId="Web-{94FFB6BC-6DFD-9C57-EA82-04332A003665}"/>
    <pc:docChg chg="addSld delSld modSld sldOrd">
      <pc:chgData name="Krobatsch, Thomas Johnson" userId="S::tkrobats@vols.utk.edu::6534a74c-1e15-41db-a124-f23a50de631b" providerId="AD" clId="Web-{94FFB6BC-6DFD-9C57-EA82-04332A003665}" dt="2022-07-08T20:04:11.726" v="1101"/>
      <pc:docMkLst>
        <pc:docMk/>
      </pc:docMkLst>
      <pc:sldChg chg="modNotes">
        <pc:chgData name="Krobatsch, Thomas Johnson" userId="S::tkrobats@vols.utk.edu::6534a74c-1e15-41db-a124-f23a50de631b" providerId="AD" clId="Web-{94FFB6BC-6DFD-9C57-EA82-04332A003665}" dt="2022-07-07T19:34:16.689" v="327"/>
        <pc:sldMkLst>
          <pc:docMk/>
          <pc:sldMk cId="2637085888" sldId="260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41" v="1058"/>
        <pc:sldMkLst>
          <pc:docMk/>
          <pc:sldMk cId="2896660351" sldId="261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25" v="1053"/>
        <pc:sldMkLst>
          <pc:docMk/>
          <pc:sldMk cId="1667201174" sldId="262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25" v="1052"/>
        <pc:sldMkLst>
          <pc:docMk/>
          <pc:sldMk cId="2614422800" sldId="263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41" v="1057"/>
        <pc:sldMkLst>
          <pc:docMk/>
          <pc:sldMk cId="1670728480" sldId="264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41" v="1055"/>
        <pc:sldMkLst>
          <pc:docMk/>
          <pc:sldMk cId="3686955114" sldId="266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25" v="1051"/>
        <pc:sldMkLst>
          <pc:docMk/>
          <pc:sldMk cId="1578195605" sldId="268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41" v="1056"/>
        <pc:sldMkLst>
          <pc:docMk/>
          <pc:sldMk cId="3357768800" sldId="270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20:04:56.825" v="1054"/>
        <pc:sldMkLst>
          <pc:docMk/>
          <pc:sldMk cId="2913842512" sldId="271"/>
        </pc:sldMkLst>
      </pc:sldChg>
      <pc:sldChg chg="modSp mod modClrScheme chgLayout">
        <pc:chgData name="Krobatsch, Thomas Johnson" userId="S::tkrobats@vols.utk.edu::6534a74c-1e15-41db-a124-f23a50de631b" providerId="AD" clId="Web-{94FFB6BC-6DFD-9C57-EA82-04332A003665}" dt="2022-07-07T19:44:38.703" v="540" actId="1076"/>
        <pc:sldMkLst>
          <pc:docMk/>
          <pc:sldMk cId="2099874141" sldId="274"/>
        </pc:sldMkLst>
        <pc:spChg chg="mod">
          <ac:chgData name="Krobatsch, Thomas Johnson" userId="S::tkrobats@vols.utk.edu::6534a74c-1e15-41db-a124-f23a50de631b" providerId="AD" clId="Web-{94FFB6BC-6DFD-9C57-EA82-04332A003665}" dt="2022-07-07T19:44:21.625" v="536"/>
          <ac:spMkLst>
            <pc:docMk/>
            <pc:sldMk cId="2099874141" sldId="274"/>
            <ac:spMk id="2" creationId="{0AECD03A-F280-8B4C-9A81-D92826F50C09}"/>
          </ac:spMkLst>
        </pc:spChg>
        <pc:spChg chg="mod ord">
          <ac:chgData name="Krobatsch, Thomas Johnson" userId="S::tkrobats@vols.utk.edu::6534a74c-1e15-41db-a124-f23a50de631b" providerId="AD" clId="Web-{94FFB6BC-6DFD-9C57-EA82-04332A003665}" dt="2022-07-07T19:44:21.625" v="536"/>
          <ac:spMkLst>
            <pc:docMk/>
            <pc:sldMk cId="2099874141" sldId="274"/>
            <ac:spMk id="3" creationId="{939360D2-C51D-BA40-BCEC-1D750CDF884A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44:21.625" v="536"/>
          <ac:spMkLst>
            <pc:docMk/>
            <pc:sldMk cId="2099874141" sldId="274"/>
            <ac:spMk id="6" creationId="{117E14BF-F1F4-9C4A-B538-EDB12E598F0E}"/>
          </ac:spMkLst>
        </pc:spChg>
        <pc:picChg chg="mod">
          <ac:chgData name="Krobatsch, Thomas Johnson" userId="S::tkrobats@vols.utk.edu::6534a74c-1e15-41db-a124-f23a50de631b" providerId="AD" clId="Web-{94FFB6BC-6DFD-9C57-EA82-04332A003665}" dt="2022-07-07T19:44:38.703" v="540" actId="1076"/>
          <ac:picMkLst>
            <pc:docMk/>
            <pc:sldMk cId="2099874141" sldId="274"/>
            <ac:picMk id="13" creationId="{F739AF95-4027-AC09-CFDA-810694A76BD7}"/>
          </ac:picMkLst>
        </pc:picChg>
      </pc:sldChg>
      <pc:sldChg chg="addSp delSp modSp mod modClrScheme chgLayout">
        <pc:chgData name="Krobatsch, Thomas Johnson" userId="S::tkrobats@vols.utk.edu::6534a74c-1e15-41db-a124-f23a50de631b" providerId="AD" clId="Web-{94FFB6BC-6DFD-9C57-EA82-04332A003665}" dt="2022-07-07T19:51:10.884" v="645"/>
        <pc:sldMkLst>
          <pc:docMk/>
          <pc:sldMk cId="1599801358" sldId="278"/>
        </pc:sldMkLst>
        <pc:spChg chg="mod ord">
          <ac:chgData name="Krobatsch, Thomas Johnson" userId="S::tkrobats@vols.utk.edu::6534a74c-1e15-41db-a124-f23a50de631b" providerId="AD" clId="Web-{94FFB6BC-6DFD-9C57-EA82-04332A003665}" dt="2022-07-07T19:51:10.884" v="645"/>
          <ac:spMkLst>
            <pc:docMk/>
            <pc:sldMk cId="1599801358" sldId="278"/>
            <ac:spMk id="6" creationId="{9D0921EF-CE2B-C24F-BA02-4FA9C2DD49E3}"/>
          </ac:spMkLst>
        </pc:spChg>
        <pc:spChg chg="add del mod">
          <ac:chgData name="Krobatsch, Thomas Johnson" userId="S::tkrobats@vols.utk.edu::6534a74c-1e15-41db-a124-f23a50de631b" providerId="AD" clId="Web-{94FFB6BC-6DFD-9C57-EA82-04332A003665}" dt="2022-07-07T19:51:10.884" v="645"/>
          <ac:spMkLst>
            <pc:docMk/>
            <pc:sldMk cId="1599801358" sldId="278"/>
            <ac:spMk id="11" creationId="{67173B36-0C26-F8B3-0335-FB2F962E9479}"/>
          </ac:spMkLst>
        </pc:spChg>
        <pc:picChg chg="mod">
          <ac:chgData name="Krobatsch, Thomas Johnson" userId="S::tkrobats@vols.utk.edu::6534a74c-1e15-41db-a124-f23a50de631b" providerId="AD" clId="Web-{94FFB6BC-6DFD-9C57-EA82-04332A003665}" dt="2022-07-07T19:51:10.884" v="645"/>
          <ac:picMkLst>
            <pc:docMk/>
            <pc:sldMk cId="1599801358" sldId="278"/>
            <ac:picMk id="3" creationId="{3AC4B579-6C7F-76DC-11AA-8BB0B8EC670C}"/>
          </ac:picMkLst>
        </pc:picChg>
      </pc:sldChg>
      <pc:sldChg chg="del">
        <pc:chgData name="Krobatsch, Thomas Johnson" userId="S::tkrobats@vols.utk.edu::6534a74c-1e15-41db-a124-f23a50de631b" providerId="AD" clId="Web-{94FFB6BC-6DFD-9C57-EA82-04332A003665}" dt="2022-07-07T19:27:00.757" v="173"/>
        <pc:sldMkLst>
          <pc:docMk/>
          <pc:sldMk cId="1559729470" sldId="279"/>
        </pc:sldMkLst>
      </pc:sldChg>
      <pc:sldChg chg="del">
        <pc:chgData name="Krobatsch, Thomas Johnson" userId="S::tkrobats@vols.utk.edu::6534a74c-1e15-41db-a124-f23a50de631b" providerId="AD" clId="Web-{94FFB6BC-6DFD-9C57-EA82-04332A003665}" dt="2022-07-07T19:26:59.632" v="172"/>
        <pc:sldMkLst>
          <pc:docMk/>
          <pc:sldMk cId="2394580236" sldId="280"/>
        </pc:sldMkLst>
      </pc:sldChg>
      <pc:sldChg chg="modSp del">
        <pc:chgData name="Krobatsch, Thomas Johnson" userId="S::tkrobats@vols.utk.edu::6534a74c-1e15-41db-a124-f23a50de631b" providerId="AD" clId="Web-{94FFB6BC-6DFD-9C57-EA82-04332A003665}" dt="2022-07-07T19:20:47.982" v="23"/>
        <pc:sldMkLst>
          <pc:docMk/>
          <pc:sldMk cId="4072954399" sldId="281"/>
        </pc:sldMkLst>
        <pc:spChg chg="mod">
          <ac:chgData name="Krobatsch, Thomas Johnson" userId="S::tkrobats@vols.utk.edu::6534a74c-1e15-41db-a124-f23a50de631b" providerId="AD" clId="Web-{94FFB6BC-6DFD-9C57-EA82-04332A003665}" dt="2022-07-07T19:20:26.826" v="20" actId="20577"/>
          <ac:spMkLst>
            <pc:docMk/>
            <pc:sldMk cId="4072954399" sldId="281"/>
            <ac:spMk id="2" creationId="{0AECD03A-F280-8B4C-9A81-D92826F50C09}"/>
          </ac:spMkLst>
        </pc:spChg>
      </pc:sldChg>
      <pc:sldChg chg="addSp delSp modSp">
        <pc:chgData name="Krobatsch, Thomas Johnson" userId="S::tkrobats@vols.utk.edu::6534a74c-1e15-41db-a124-f23a50de631b" providerId="AD" clId="Web-{94FFB6BC-6DFD-9C57-EA82-04332A003665}" dt="2022-07-08T20:04:11.726" v="1101"/>
        <pc:sldMkLst>
          <pc:docMk/>
          <pc:sldMk cId="4197173174" sldId="283"/>
        </pc:sldMkLst>
        <pc:spChg chg="mod">
          <ac:chgData name="Krobatsch, Thomas Johnson" userId="S::tkrobats@vols.utk.edu::6534a74c-1e15-41db-a124-f23a50de631b" providerId="AD" clId="Web-{94FFB6BC-6DFD-9C57-EA82-04332A003665}" dt="2022-07-07T19:50:25.320" v="611"/>
          <ac:spMkLst>
            <pc:docMk/>
            <pc:sldMk cId="4197173174" sldId="283"/>
            <ac:spMk id="2" creationId="{0AECD03A-F280-8B4C-9A81-D92826F50C09}"/>
          </ac:spMkLst>
        </pc:spChg>
        <pc:spChg chg="add del mod">
          <ac:chgData name="Krobatsch, Thomas Johnson" userId="S::tkrobats@vols.utk.edu::6534a74c-1e15-41db-a124-f23a50de631b" providerId="AD" clId="Web-{94FFB6BC-6DFD-9C57-EA82-04332A003665}" dt="2022-07-07T19:50:25.320" v="611"/>
          <ac:spMkLst>
            <pc:docMk/>
            <pc:sldMk cId="4197173174" sldId="283"/>
            <ac:spMk id="3" creationId="{939360D2-C51D-BA40-BCEC-1D750CDF884A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50:25.320" v="611"/>
          <ac:spMkLst>
            <pc:docMk/>
            <pc:sldMk cId="4197173174" sldId="283"/>
            <ac:spMk id="4" creationId="{C7CD9B92-97E7-6249-ABE1-71A46D8377D1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8T20:04:11.726" v="1101"/>
          <ac:spMkLst>
            <pc:docMk/>
            <pc:sldMk cId="4197173174" sldId="283"/>
            <ac:spMk id="18" creationId="{535018B0-5B02-6A4D-100B-2A02E34E192A}"/>
          </ac:spMkLst>
        </pc:spChg>
        <pc:graphicFrameChg chg="add del">
          <ac:chgData name="Krobatsch, Thomas Johnson" userId="S::tkrobats@vols.utk.edu::6534a74c-1e15-41db-a124-f23a50de631b" providerId="AD" clId="Web-{94FFB6BC-6DFD-9C57-EA82-04332A003665}" dt="2022-07-07T19:50:25.320" v="611"/>
          <ac:graphicFrameMkLst>
            <pc:docMk/>
            <pc:sldMk cId="4197173174" sldId="283"/>
            <ac:graphicFrameMk id="6" creationId="{F18EAED4-14DE-E66B-D3AC-DA692174A186}"/>
          </ac:graphicFrameMkLst>
        </pc:graphicFrameChg>
        <pc:picChg chg="mod">
          <ac:chgData name="Krobatsch, Thomas Johnson" userId="S::tkrobats@vols.utk.edu::6534a74c-1e15-41db-a124-f23a50de631b" providerId="AD" clId="Web-{94FFB6BC-6DFD-9C57-EA82-04332A003665}" dt="2022-07-08T19:59:03.919" v="1093"/>
          <ac:picMkLst>
            <pc:docMk/>
            <pc:sldMk cId="4197173174" sldId="283"/>
            <ac:picMk id="14" creationId="{82C00669-A07B-1F33-B42E-AA3F1DF67077}"/>
          </ac:picMkLst>
        </pc:picChg>
      </pc:sldChg>
      <pc:sldChg chg="del">
        <pc:chgData name="Krobatsch, Thomas Johnson" userId="S::tkrobats@vols.utk.edu::6534a74c-1e15-41db-a124-f23a50de631b" providerId="AD" clId="Web-{94FFB6BC-6DFD-9C57-EA82-04332A003665}" dt="2022-07-07T19:46:51.612" v="548"/>
        <pc:sldMkLst>
          <pc:docMk/>
          <pc:sldMk cId="4147887499" sldId="284"/>
        </pc:sldMkLst>
      </pc:sldChg>
      <pc:sldChg chg="modSp mod modClrScheme chgLayout modNotes">
        <pc:chgData name="Krobatsch, Thomas Johnson" userId="S::tkrobats@vols.utk.edu::6534a74c-1e15-41db-a124-f23a50de631b" providerId="AD" clId="Web-{94FFB6BC-6DFD-9C57-EA82-04332A003665}" dt="2022-07-07T19:58:44.613" v="841"/>
        <pc:sldMkLst>
          <pc:docMk/>
          <pc:sldMk cId="4141389629" sldId="285"/>
        </pc:sldMkLst>
        <pc:spChg chg="mod">
          <ac:chgData name="Krobatsch, Thomas Johnson" userId="S::tkrobats@vols.utk.edu::6534a74c-1e15-41db-a124-f23a50de631b" providerId="AD" clId="Web-{94FFB6BC-6DFD-9C57-EA82-04332A003665}" dt="2022-07-07T19:49:36.304" v="609"/>
          <ac:spMkLst>
            <pc:docMk/>
            <pc:sldMk cId="4141389629" sldId="285"/>
            <ac:spMk id="2" creationId="{0AECD03A-F280-8B4C-9A81-D92826F50C09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52:43.417" v="655" actId="20577"/>
          <ac:spMkLst>
            <pc:docMk/>
            <pc:sldMk cId="4141389629" sldId="285"/>
            <ac:spMk id="3" creationId="{939360D2-C51D-BA40-BCEC-1D750CDF884A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49:36.304" v="609"/>
          <ac:spMkLst>
            <pc:docMk/>
            <pc:sldMk cId="4141389629" sldId="285"/>
            <ac:spMk id="4" creationId="{C7CD9B92-97E7-6249-ABE1-71A46D8377D1}"/>
          </ac:spMkLst>
        </pc:spChg>
      </pc:sldChg>
      <pc:sldChg chg="modSp mod ord modClrScheme chgLayout">
        <pc:chgData name="Krobatsch, Thomas Johnson" userId="S::tkrobats@vols.utk.edu::6534a74c-1e15-41db-a124-f23a50de631b" providerId="AD" clId="Web-{94FFB6BC-6DFD-9C57-EA82-04332A003665}" dt="2022-07-07T20:07:30.188" v="1087"/>
        <pc:sldMkLst>
          <pc:docMk/>
          <pc:sldMk cId="3390314529" sldId="287"/>
        </pc:sldMkLst>
        <pc:spChg chg="mod ord">
          <ac:chgData name="Krobatsch, Thomas Johnson" userId="S::tkrobats@vols.utk.edu::6534a74c-1e15-41db-a124-f23a50de631b" providerId="AD" clId="Web-{94FFB6BC-6DFD-9C57-EA82-04332A003665}" dt="2022-07-07T20:07:30.188" v="1087"/>
          <ac:spMkLst>
            <pc:docMk/>
            <pc:sldMk cId="3390314529" sldId="287"/>
            <ac:spMk id="7" creationId="{75A44F35-941C-3A4C-9489-BA4C3AB7C1C0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20:07:30.188" v="1087"/>
          <ac:spMkLst>
            <pc:docMk/>
            <pc:sldMk cId="3390314529" sldId="287"/>
            <ac:spMk id="8" creationId="{64DBEB4B-8514-B944-97C6-10BF34F55F57}"/>
          </ac:spMkLst>
        </pc:spChg>
        <pc:spChg chg="mod modVis">
          <ac:chgData name="Krobatsch, Thomas Johnson" userId="S::tkrobats@vols.utk.edu::6534a74c-1e15-41db-a124-f23a50de631b" providerId="AD" clId="Web-{94FFB6BC-6DFD-9C57-EA82-04332A003665}" dt="2022-07-07T20:07:30.188" v="1087"/>
          <ac:spMkLst>
            <pc:docMk/>
            <pc:sldMk cId="3390314529" sldId="287"/>
            <ac:spMk id="9" creationId="{BDE8554E-0946-0B42-B962-D2EE79F8B969}"/>
          </ac:spMkLst>
        </pc:spChg>
      </pc:sldChg>
      <pc:sldChg chg="addSp modSp add mod replId modClrScheme chgLayout modNotes">
        <pc:chgData name="Krobatsch, Thomas Johnson" userId="S::tkrobats@vols.utk.edu::6534a74c-1e15-41db-a124-f23a50de631b" providerId="AD" clId="Web-{94FFB6BC-6DFD-9C57-EA82-04332A003665}" dt="2022-07-07T19:40:16.197" v="535" actId="14100"/>
        <pc:sldMkLst>
          <pc:docMk/>
          <pc:sldMk cId="4104521371" sldId="289"/>
        </pc:sldMkLst>
        <pc:spChg chg="mod">
          <ac:chgData name="Krobatsch, Thomas Johnson" userId="S::tkrobats@vols.utk.edu::6534a74c-1e15-41db-a124-f23a50de631b" providerId="AD" clId="Web-{94FFB6BC-6DFD-9C57-EA82-04332A003665}" dt="2022-07-07T19:31:15.716" v="212" actId="20577"/>
          <ac:spMkLst>
            <pc:docMk/>
            <pc:sldMk cId="4104521371" sldId="289"/>
            <ac:spMk id="2" creationId="{0AECD03A-F280-8B4C-9A81-D92826F50C09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40:16.197" v="535" actId="14100"/>
          <ac:spMkLst>
            <pc:docMk/>
            <pc:sldMk cId="4104521371" sldId="289"/>
            <ac:spMk id="3" creationId="{939360D2-C51D-BA40-BCEC-1D750CDF884A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29:07.041" v="183"/>
          <ac:spMkLst>
            <pc:docMk/>
            <pc:sldMk cId="4104521371" sldId="289"/>
            <ac:spMk id="4" creationId="{C7CD9B92-97E7-6249-ABE1-71A46D8377D1}"/>
          </ac:spMkLst>
        </pc:spChg>
        <pc:picChg chg="add mod ord">
          <ac:chgData name="Krobatsch, Thomas Johnson" userId="S::tkrobats@vols.utk.edu::6534a74c-1e15-41db-a124-f23a50de631b" providerId="AD" clId="Web-{94FFB6BC-6DFD-9C57-EA82-04332A003665}" dt="2022-07-07T19:29:07.041" v="183"/>
          <ac:picMkLst>
            <pc:docMk/>
            <pc:sldMk cId="4104521371" sldId="289"/>
            <ac:picMk id="5" creationId="{4BF3E268-DFA1-4CD5-17D2-89DE65BA94A6}"/>
          </ac:picMkLst>
        </pc:picChg>
      </pc:sldChg>
      <pc:sldChg chg="add del replId">
        <pc:chgData name="Krobatsch, Thomas Johnson" userId="S::tkrobats@vols.utk.edu::6534a74c-1e15-41db-a124-f23a50de631b" providerId="AD" clId="Web-{94FFB6BC-6DFD-9C57-EA82-04332A003665}" dt="2022-07-07T19:20:47.982" v="22"/>
        <pc:sldMkLst>
          <pc:docMk/>
          <pc:sldMk cId="1419963806" sldId="291"/>
        </pc:sldMkLst>
      </pc:sldChg>
      <pc:sldChg chg="add del replId">
        <pc:chgData name="Krobatsch, Thomas Johnson" userId="S::tkrobats@vols.utk.edu::6534a74c-1e15-41db-a124-f23a50de631b" providerId="AD" clId="Web-{94FFB6BC-6DFD-9C57-EA82-04332A003665}" dt="2022-07-07T19:27:54.680" v="174"/>
        <pc:sldMkLst>
          <pc:docMk/>
          <pc:sldMk cId="2586958641" sldId="291"/>
        </pc:sldMkLst>
      </pc:sldChg>
      <pc:sldChg chg="new del">
        <pc:chgData name="Krobatsch, Thomas Johnson" userId="S::tkrobats@vols.utk.edu::6534a74c-1e15-41db-a124-f23a50de631b" providerId="AD" clId="Web-{94FFB6BC-6DFD-9C57-EA82-04332A003665}" dt="2022-07-07T19:21:20.733" v="25"/>
        <pc:sldMkLst>
          <pc:docMk/>
          <pc:sldMk cId="3943384608" sldId="291"/>
        </pc:sldMkLst>
      </pc:sldChg>
      <pc:sldChg chg="addSp delSp modSp add mod ord replId modClrScheme chgLayout modNotes">
        <pc:chgData name="Krobatsch, Thomas Johnson" userId="S::tkrobats@vols.utk.edu::6534a74c-1e15-41db-a124-f23a50de631b" providerId="AD" clId="Web-{94FFB6BC-6DFD-9C57-EA82-04332A003665}" dt="2022-07-07T20:09:39.285" v="1092"/>
        <pc:sldMkLst>
          <pc:docMk/>
          <pc:sldMk cId="171600550" sldId="292"/>
        </pc:sldMkLst>
        <pc:spChg chg="mod">
          <ac:chgData name="Krobatsch, Thomas Johnson" userId="S::tkrobats@vols.utk.edu::6534a74c-1e15-41db-a124-f23a50de631b" providerId="AD" clId="Web-{94FFB6BC-6DFD-9C57-EA82-04332A003665}" dt="2022-07-07T19:47:24.316" v="564"/>
          <ac:spMkLst>
            <pc:docMk/>
            <pc:sldMk cId="171600550" sldId="292"/>
            <ac:spMk id="2" creationId="{0AECD03A-F280-8B4C-9A81-D92826F50C09}"/>
          </ac:spMkLst>
        </pc:spChg>
        <pc:spChg chg="del">
          <ac:chgData name="Krobatsch, Thomas Johnson" userId="S::tkrobats@vols.utk.edu::6534a74c-1e15-41db-a124-f23a50de631b" providerId="AD" clId="Web-{94FFB6BC-6DFD-9C57-EA82-04332A003665}" dt="2022-07-07T19:47:06.863" v="558"/>
          <ac:spMkLst>
            <pc:docMk/>
            <pc:sldMk cId="171600550" sldId="292"/>
            <ac:spMk id="3" creationId="{939360D2-C51D-BA40-BCEC-1D750CDF884A}"/>
          </ac:spMkLst>
        </pc:spChg>
        <pc:spChg chg="mod">
          <ac:chgData name="Krobatsch, Thomas Johnson" userId="S::tkrobats@vols.utk.edu::6534a74c-1e15-41db-a124-f23a50de631b" providerId="AD" clId="Web-{94FFB6BC-6DFD-9C57-EA82-04332A003665}" dt="2022-07-07T19:47:24.316" v="564"/>
          <ac:spMkLst>
            <pc:docMk/>
            <pc:sldMk cId="171600550" sldId="292"/>
            <ac:spMk id="4" creationId="{C7CD9B92-97E7-6249-ABE1-71A46D8377D1}"/>
          </ac:spMkLst>
        </pc:spChg>
        <pc:spChg chg="add del mod">
          <ac:chgData name="Krobatsch, Thomas Johnson" userId="S::tkrobats@vols.utk.edu::6534a74c-1e15-41db-a124-f23a50de631b" providerId="AD" clId="Web-{94FFB6BC-6DFD-9C57-EA82-04332A003665}" dt="2022-07-07T19:47:24.316" v="564"/>
          <ac:spMkLst>
            <pc:docMk/>
            <pc:sldMk cId="171600550" sldId="292"/>
            <ac:spMk id="8" creationId="{023243D6-98E6-9B78-1DE6-3769164A6964}"/>
          </ac:spMkLst>
        </pc:spChg>
        <pc:spChg chg="add del mod">
          <ac:chgData name="Krobatsch, Thomas Johnson" userId="S::tkrobats@vols.utk.edu::6534a74c-1e15-41db-a124-f23a50de631b" providerId="AD" clId="Web-{94FFB6BC-6DFD-9C57-EA82-04332A003665}" dt="2022-07-07T19:47:19.988" v="560"/>
          <ac:spMkLst>
            <pc:docMk/>
            <pc:sldMk cId="171600550" sldId="292"/>
            <ac:spMk id="11" creationId="{7C308430-EEC3-08FA-9DB6-809D5F93D5CE}"/>
          </ac:spMkLst>
        </pc:spChg>
        <pc:graphicFrameChg chg="add mod modGraphic">
          <ac:chgData name="Krobatsch, Thomas Johnson" userId="S::tkrobats@vols.utk.edu::6534a74c-1e15-41db-a124-f23a50de631b" providerId="AD" clId="Web-{94FFB6BC-6DFD-9C57-EA82-04332A003665}" dt="2022-07-07T20:03:25.104" v="1034"/>
          <ac:graphicFrameMkLst>
            <pc:docMk/>
            <pc:sldMk cId="171600550" sldId="292"/>
            <ac:graphicFrameMk id="6" creationId="{01866775-28AA-DA1A-B890-00E01A66F4D3}"/>
          </ac:graphicFrameMkLst>
        </pc:graphicFrameChg>
      </pc:sldChg>
    </pc:docChg>
  </pc:docChgLst>
  <pc:docChgLst>
    <pc:chgData name="McGhee, Erick" userId="4daa4dd7-aeb4-4b85-913a-7420085b6907" providerId="ADAL" clId="{FA64414F-8AA4-48D9-9729-33731B311A48}"/>
    <pc:docChg chg="undo redo custSel addSld delSld modSld sldOrd">
      <pc:chgData name="McGhee, Erick" userId="4daa4dd7-aeb4-4b85-913a-7420085b6907" providerId="ADAL" clId="{FA64414F-8AA4-48D9-9729-33731B311A48}" dt="2022-07-13T00:58:13.171" v="6968" actId="20577"/>
      <pc:docMkLst>
        <pc:docMk/>
      </pc:docMkLst>
      <pc:sldChg chg="addSp delSp modSp mod modNotesTx">
        <pc:chgData name="McGhee, Erick" userId="4daa4dd7-aeb4-4b85-913a-7420085b6907" providerId="ADAL" clId="{FA64414F-8AA4-48D9-9729-33731B311A48}" dt="2022-07-12T19:09:15.941" v="5314" actId="20577"/>
        <pc:sldMkLst>
          <pc:docMk/>
          <pc:sldMk cId="2637085888" sldId="260"/>
        </pc:sldMkLst>
        <pc:spChg chg="mod">
          <ac:chgData name="McGhee, Erick" userId="4daa4dd7-aeb4-4b85-913a-7420085b6907" providerId="ADAL" clId="{FA64414F-8AA4-48D9-9729-33731B311A48}" dt="2022-07-07T18:22:43.617" v="912" actId="6549"/>
          <ac:spMkLst>
            <pc:docMk/>
            <pc:sldMk cId="2637085888" sldId="260"/>
            <ac:spMk id="2" creationId="{CC0EDDA7-BE62-CB41-8AE7-3AD361BA2B18}"/>
          </ac:spMkLst>
        </pc:spChg>
        <pc:spChg chg="mod">
          <ac:chgData name="McGhee, Erick" userId="4daa4dd7-aeb4-4b85-913a-7420085b6907" providerId="ADAL" clId="{FA64414F-8AA4-48D9-9729-33731B311A48}" dt="2022-07-07T18:20:18.546" v="888" actId="20577"/>
          <ac:spMkLst>
            <pc:docMk/>
            <pc:sldMk cId="2637085888" sldId="260"/>
            <ac:spMk id="3" creationId="{0AAC8F40-59CA-234C-AB15-C7962E251B46}"/>
          </ac:spMkLst>
        </pc:spChg>
        <pc:picChg chg="add mod">
          <ac:chgData name="McGhee, Erick" userId="4daa4dd7-aeb4-4b85-913a-7420085b6907" providerId="ADAL" clId="{FA64414F-8AA4-48D9-9729-33731B311A48}" dt="2022-07-07T18:23:10.913" v="920" actId="1076"/>
          <ac:picMkLst>
            <pc:docMk/>
            <pc:sldMk cId="2637085888" sldId="260"/>
            <ac:picMk id="5" creationId="{F433FC43-5D64-48B3-CA60-AA129CE21127}"/>
          </ac:picMkLst>
        </pc:picChg>
        <pc:picChg chg="add del mod">
          <ac:chgData name="McGhee, Erick" userId="4daa4dd7-aeb4-4b85-913a-7420085b6907" providerId="ADAL" clId="{FA64414F-8AA4-48D9-9729-33731B311A48}" dt="2022-07-07T18:22:42.916" v="910"/>
          <ac:picMkLst>
            <pc:docMk/>
            <pc:sldMk cId="2637085888" sldId="260"/>
            <ac:picMk id="7" creationId="{A1175DFE-19A9-AFE2-82A2-BDD16EEC90C3}"/>
          </ac:picMkLst>
        </pc:picChg>
        <pc:picChg chg="add mod">
          <ac:chgData name="McGhee, Erick" userId="4daa4dd7-aeb4-4b85-913a-7420085b6907" providerId="ADAL" clId="{FA64414F-8AA4-48D9-9729-33731B311A48}" dt="2022-07-07T18:23:14.301" v="921" actId="1076"/>
          <ac:picMkLst>
            <pc:docMk/>
            <pc:sldMk cId="2637085888" sldId="260"/>
            <ac:picMk id="9" creationId="{5A6F6D93-E124-B235-4974-F06EAF6D9408}"/>
          </ac:picMkLst>
        </pc:picChg>
      </pc:sldChg>
      <pc:sldChg chg="ord">
        <pc:chgData name="McGhee, Erick" userId="4daa4dd7-aeb4-4b85-913a-7420085b6907" providerId="ADAL" clId="{FA64414F-8AA4-48D9-9729-33731B311A48}" dt="2022-07-07T19:05:12.345" v="2426"/>
        <pc:sldMkLst>
          <pc:docMk/>
          <pc:sldMk cId="2896660351" sldId="261"/>
        </pc:sldMkLst>
      </pc:sldChg>
      <pc:sldChg chg="modSp mod">
        <pc:chgData name="McGhee, Erick" userId="4daa4dd7-aeb4-4b85-913a-7420085b6907" providerId="ADAL" clId="{FA64414F-8AA4-48D9-9729-33731B311A48}" dt="2022-07-07T17:54:56.787" v="199" actId="207"/>
        <pc:sldMkLst>
          <pc:docMk/>
          <pc:sldMk cId="1578195605" sldId="268"/>
        </pc:sldMkLst>
        <pc:spChg chg="mod">
          <ac:chgData name="McGhee, Erick" userId="4daa4dd7-aeb4-4b85-913a-7420085b6907" providerId="ADAL" clId="{FA64414F-8AA4-48D9-9729-33731B311A48}" dt="2022-07-07T17:54:56.787" v="199" actId="207"/>
          <ac:spMkLst>
            <pc:docMk/>
            <pc:sldMk cId="1578195605" sldId="268"/>
            <ac:spMk id="9" creationId="{D41E85DC-E8C1-754B-95AE-2150B451476F}"/>
          </ac:spMkLst>
        </pc:spChg>
        <pc:spChg chg="mod">
          <ac:chgData name="McGhee, Erick" userId="4daa4dd7-aeb4-4b85-913a-7420085b6907" providerId="ADAL" clId="{FA64414F-8AA4-48D9-9729-33731B311A48}" dt="2022-07-07T17:54:13.343" v="196" actId="207"/>
          <ac:spMkLst>
            <pc:docMk/>
            <pc:sldMk cId="1578195605" sldId="268"/>
            <ac:spMk id="12" creationId="{F9AD9E80-7079-2C40-B12E-008A340DCF4E}"/>
          </ac:spMkLst>
        </pc:spChg>
        <pc:spChg chg="mod">
          <ac:chgData name="McGhee, Erick" userId="4daa4dd7-aeb4-4b85-913a-7420085b6907" providerId="ADAL" clId="{FA64414F-8AA4-48D9-9729-33731B311A48}" dt="2022-07-07T17:54:56.460" v="198" actId="207"/>
          <ac:spMkLst>
            <pc:docMk/>
            <pc:sldMk cId="1578195605" sldId="268"/>
            <ac:spMk id="15" creationId="{CAB3B8B9-BBDC-E747-AC44-0C0717DF8F39}"/>
          </ac:spMkLst>
        </pc:spChg>
      </pc:sldChg>
      <pc:sldChg chg="addSp delSp modSp add mod ord">
        <pc:chgData name="McGhee, Erick" userId="4daa4dd7-aeb4-4b85-913a-7420085b6907" providerId="ADAL" clId="{FA64414F-8AA4-48D9-9729-33731B311A48}" dt="2022-07-07T19:49:46.440" v="3312"/>
        <pc:sldMkLst>
          <pc:docMk/>
          <pc:sldMk cId="3369132321" sldId="272"/>
        </pc:sldMkLst>
        <pc:spChg chg="del mod">
          <ac:chgData name="McGhee, Erick" userId="4daa4dd7-aeb4-4b85-913a-7420085b6907" providerId="ADAL" clId="{FA64414F-8AA4-48D9-9729-33731B311A48}" dt="2022-07-07T17:46:55.419" v="39" actId="478"/>
          <ac:spMkLst>
            <pc:docMk/>
            <pc:sldMk cId="3369132321" sldId="272"/>
            <ac:spMk id="5" creationId="{052CE2BB-98EC-A440-838F-122D5B6DB3F9}"/>
          </ac:spMkLst>
        </pc:spChg>
        <pc:picChg chg="add mod">
          <ac:chgData name="McGhee, Erick" userId="4daa4dd7-aeb4-4b85-913a-7420085b6907" providerId="ADAL" clId="{FA64414F-8AA4-48D9-9729-33731B311A48}" dt="2022-07-07T18:36:04.279" v="1366" actId="1036"/>
          <ac:picMkLst>
            <pc:docMk/>
            <pc:sldMk cId="3369132321" sldId="272"/>
            <ac:picMk id="3" creationId="{C89D9A2E-CF05-056A-C0FB-FC2B2C41CADC}"/>
          </ac:picMkLst>
        </pc:picChg>
      </pc:sldChg>
      <pc:sldChg chg="addSp delSp modSp add del mod ord">
        <pc:chgData name="McGhee, Erick" userId="4daa4dd7-aeb4-4b85-913a-7420085b6907" providerId="ADAL" clId="{FA64414F-8AA4-48D9-9729-33731B311A48}" dt="2022-07-07T18:38:13.765" v="1424" actId="47"/>
        <pc:sldMkLst>
          <pc:docMk/>
          <pc:sldMk cId="3337902808" sldId="273"/>
        </pc:sldMkLst>
        <pc:spChg chg="mod">
          <ac:chgData name="McGhee, Erick" userId="4daa4dd7-aeb4-4b85-913a-7420085b6907" providerId="ADAL" clId="{FA64414F-8AA4-48D9-9729-33731B311A48}" dt="2022-07-07T17:49:51.395" v="70" actId="20577"/>
          <ac:spMkLst>
            <pc:docMk/>
            <pc:sldMk cId="3337902808" sldId="273"/>
            <ac:spMk id="2" creationId="{6C727681-4B65-10F7-5C12-A8BFF9756CA2}"/>
          </ac:spMkLst>
        </pc:spChg>
        <pc:spChg chg="mod">
          <ac:chgData name="McGhee, Erick" userId="4daa4dd7-aeb4-4b85-913a-7420085b6907" providerId="ADAL" clId="{FA64414F-8AA4-48D9-9729-33731B311A48}" dt="2022-07-07T17:50:02.730" v="82" actId="20577"/>
          <ac:spMkLst>
            <pc:docMk/>
            <pc:sldMk cId="3337902808" sldId="273"/>
            <ac:spMk id="3" creationId="{C5C6A290-1F45-7BE7-DE10-0D346AB9A456}"/>
          </ac:spMkLst>
        </pc:spChg>
        <pc:spChg chg="del mod">
          <ac:chgData name="McGhee, Erick" userId="4daa4dd7-aeb4-4b85-913a-7420085b6907" providerId="ADAL" clId="{FA64414F-8AA4-48D9-9729-33731B311A48}" dt="2022-07-07T17:56:40.538" v="206" actId="478"/>
          <ac:spMkLst>
            <pc:docMk/>
            <pc:sldMk cId="3337902808" sldId="273"/>
            <ac:spMk id="4" creationId="{81E3514A-06D2-65D9-78F9-294D26BD68DC}"/>
          </ac:spMkLst>
        </pc:spChg>
        <pc:spChg chg="mod">
          <ac:chgData name="McGhee, Erick" userId="4daa4dd7-aeb4-4b85-913a-7420085b6907" providerId="ADAL" clId="{FA64414F-8AA4-48D9-9729-33731B311A48}" dt="2022-07-07T17:50:09.198" v="107" actId="20577"/>
          <ac:spMkLst>
            <pc:docMk/>
            <pc:sldMk cId="3337902808" sldId="273"/>
            <ac:spMk id="5" creationId="{37D967E9-06BF-73AB-4AE9-4F5392EA196E}"/>
          </ac:spMkLst>
        </pc:spChg>
        <pc:spChg chg="del mod">
          <ac:chgData name="McGhee, Erick" userId="4daa4dd7-aeb4-4b85-913a-7420085b6907" providerId="ADAL" clId="{FA64414F-8AA4-48D9-9729-33731B311A48}" dt="2022-07-07T17:57:13.058" v="212" actId="22"/>
          <ac:spMkLst>
            <pc:docMk/>
            <pc:sldMk cId="3337902808" sldId="273"/>
            <ac:spMk id="6" creationId="{DE57DC8C-A4DA-B321-59C1-9D1D258474CD}"/>
          </ac:spMkLst>
        </pc:spChg>
        <pc:spChg chg="add del mod">
          <ac:chgData name="McGhee, Erick" userId="4daa4dd7-aeb4-4b85-913a-7420085b6907" providerId="ADAL" clId="{FA64414F-8AA4-48D9-9729-33731B311A48}" dt="2022-07-07T17:56:48.975" v="208" actId="22"/>
          <ac:spMkLst>
            <pc:docMk/>
            <pc:sldMk cId="3337902808" sldId="273"/>
            <ac:spMk id="11" creationId="{C188FEB5-29E3-4BEB-4FB3-B524A1FDBFE4}"/>
          </ac:spMkLst>
        </pc:spChg>
        <pc:picChg chg="add del mod">
          <ac:chgData name="McGhee, Erick" userId="4daa4dd7-aeb4-4b85-913a-7420085b6907" providerId="ADAL" clId="{FA64414F-8AA4-48D9-9729-33731B311A48}" dt="2022-07-07T17:56:51.372" v="209" actId="478"/>
          <ac:picMkLst>
            <pc:docMk/>
            <pc:sldMk cId="3337902808" sldId="273"/>
            <ac:picMk id="9" creationId="{290879F6-8C91-7C94-6CE9-EFEE9A1930A1}"/>
          </ac:picMkLst>
        </pc:picChg>
        <pc:picChg chg="add mod ord">
          <ac:chgData name="McGhee, Erick" userId="4daa4dd7-aeb4-4b85-913a-7420085b6907" providerId="ADAL" clId="{FA64414F-8AA4-48D9-9729-33731B311A48}" dt="2022-07-07T17:58:02.643" v="219" actId="14100"/>
          <ac:picMkLst>
            <pc:docMk/>
            <pc:sldMk cId="3337902808" sldId="273"/>
            <ac:picMk id="13" creationId="{0D3C750D-87C3-D9E4-E66C-4C741AB0F7B3}"/>
          </ac:picMkLst>
        </pc:picChg>
        <pc:picChg chg="add mod ord">
          <ac:chgData name="McGhee, Erick" userId="4daa4dd7-aeb4-4b85-913a-7420085b6907" providerId="ADAL" clId="{FA64414F-8AA4-48D9-9729-33731B311A48}" dt="2022-07-07T17:57:30.442" v="213" actId="1076"/>
          <ac:picMkLst>
            <pc:docMk/>
            <pc:sldMk cId="3337902808" sldId="273"/>
            <ac:picMk id="15" creationId="{DC38A7B0-A4D5-C758-F66D-1FBD929E94C1}"/>
          </ac:picMkLst>
        </pc:picChg>
      </pc:sldChg>
      <pc:sldChg chg="addSp delSp modSp add mod ord modNotesTx">
        <pc:chgData name="McGhee, Erick" userId="4daa4dd7-aeb4-4b85-913a-7420085b6907" providerId="ADAL" clId="{FA64414F-8AA4-48D9-9729-33731B311A48}" dt="2022-07-13T00:58:13.171" v="6968" actId="20577"/>
        <pc:sldMkLst>
          <pc:docMk/>
          <pc:sldMk cId="2099874141" sldId="274"/>
        </pc:sldMkLst>
        <pc:spChg chg="mod">
          <ac:chgData name="McGhee, Erick" userId="4daa4dd7-aeb4-4b85-913a-7420085b6907" providerId="ADAL" clId="{FA64414F-8AA4-48D9-9729-33731B311A48}" dt="2022-07-07T19:45:14.067" v="3196" actId="1076"/>
          <ac:spMkLst>
            <pc:docMk/>
            <pc:sldMk cId="2099874141" sldId="274"/>
            <ac:spMk id="2" creationId="{0AECD03A-F280-8B4C-9A81-D92826F50C09}"/>
          </ac:spMkLst>
        </pc:spChg>
        <pc:spChg chg="mod">
          <ac:chgData name="McGhee, Erick" userId="4daa4dd7-aeb4-4b85-913a-7420085b6907" providerId="ADAL" clId="{FA64414F-8AA4-48D9-9729-33731B311A48}" dt="2022-07-07T19:19:54.055" v="2572" actId="6549"/>
          <ac:spMkLst>
            <pc:docMk/>
            <pc:sldMk cId="2099874141" sldId="274"/>
            <ac:spMk id="3" creationId="{939360D2-C51D-BA40-BCEC-1D750CDF884A}"/>
          </ac:spMkLst>
        </pc:spChg>
        <pc:spChg chg="mod ord">
          <ac:chgData name="McGhee, Erick" userId="4daa4dd7-aeb4-4b85-913a-7420085b6907" providerId="ADAL" clId="{FA64414F-8AA4-48D9-9729-33731B311A48}" dt="2022-07-07T18:01:24.162" v="253" actId="26606"/>
          <ac:spMkLst>
            <pc:docMk/>
            <pc:sldMk cId="2099874141" sldId="274"/>
            <ac:spMk id="6" creationId="{117E14BF-F1F4-9C4A-B538-EDB12E598F0E}"/>
          </ac:spMkLst>
        </pc:spChg>
        <pc:spChg chg="add del mod">
          <ac:chgData name="McGhee, Erick" userId="4daa4dd7-aeb4-4b85-913a-7420085b6907" providerId="ADAL" clId="{FA64414F-8AA4-48D9-9729-33731B311A48}" dt="2022-07-07T18:01:22.722" v="252" actId="22"/>
          <ac:spMkLst>
            <pc:docMk/>
            <pc:sldMk cId="2099874141" sldId="274"/>
            <ac:spMk id="11" creationId="{94ACA2DF-42E4-EBFF-CBF2-8B4498ED92C7}"/>
          </ac:spMkLst>
        </pc:spChg>
        <pc:picChg chg="del">
          <ac:chgData name="McGhee, Erick" userId="4daa4dd7-aeb4-4b85-913a-7420085b6907" providerId="ADAL" clId="{FA64414F-8AA4-48D9-9729-33731B311A48}" dt="2022-07-07T18:01:19.313" v="250" actId="478"/>
          <ac:picMkLst>
            <pc:docMk/>
            <pc:sldMk cId="2099874141" sldId="274"/>
            <ac:picMk id="5" creationId="{7A49719A-E06D-494D-9AAA-4E3D2FB64419}"/>
          </ac:picMkLst>
        </pc:picChg>
        <pc:picChg chg="add del">
          <ac:chgData name="McGhee, Erick" userId="4daa4dd7-aeb4-4b85-913a-7420085b6907" providerId="ADAL" clId="{FA64414F-8AA4-48D9-9729-33731B311A48}" dt="2022-07-07T18:01:10.450" v="248" actId="478"/>
          <ac:picMkLst>
            <pc:docMk/>
            <pc:sldMk cId="2099874141" sldId="274"/>
            <ac:picMk id="7" creationId="{152B09A2-D628-F16B-2FC6-60DCB054E000}"/>
          </ac:picMkLst>
        </pc:picChg>
        <pc:picChg chg="add del">
          <ac:chgData name="McGhee, Erick" userId="4daa4dd7-aeb4-4b85-913a-7420085b6907" providerId="ADAL" clId="{FA64414F-8AA4-48D9-9729-33731B311A48}" dt="2022-07-07T18:01:21.524" v="251" actId="478"/>
          <ac:picMkLst>
            <pc:docMk/>
            <pc:sldMk cId="2099874141" sldId="274"/>
            <ac:picMk id="9" creationId="{E2689E2E-A7FA-E257-746E-061DBF3077D9}"/>
          </ac:picMkLst>
        </pc:picChg>
        <pc:picChg chg="add mod ord">
          <ac:chgData name="McGhee, Erick" userId="4daa4dd7-aeb4-4b85-913a-7420085b6907" providerId="ADAL" clId="{FA64414F-8AA4-48D9-9729-33731B311A48}" dt="2022-07-07T19:44:21.635" v="3194" actId="1076"/>
          <ac:picMkLst>
            <pc:docMk/>
            <pc:sldMk cId="2099874141" sldId="274"/>
            <ac:picMk id="13" creationId="{F739AF95-4027-AC09-CFDA-810694A76BD7}"/>
          </ac:picMkLst>
        </pc:picChg>
      </pc:sldChg>
      <pc:sldChg chg="addSp delSp modSp add del mod ord">
        <pc:chgData name="McGhee, Erick" userId="4daa4dd7-aeb4-4b85-913a-7420085b6907" providerId="ADAL" clId="{FA64414F-8AA4-48D9-9729-33731B311A48}" dt="2022-07-07T19:22:41.494" v="2639" actId="47"/>
        <pc:sldMkLst>
          <pc:docMk/>
          <pc:sldMk cId="3640881170" sldId="275"/>
        </pc:sldMkLst>
        <pc:spChg chg="mod">
          <ac:chgData name="McGhee, Erick" userId="4daa4dd7-aeb4-4b85-913a-7420085b6907" providerId="ADAL" clId="{FA64414F-8AA4-48D9-9729-33731B311A48}" dt="2022-07-07T19:20:08.270" v="2574" actId="6549"/>
          <ac:spMkLst>
            <pc:docMk/>
            <pc:sldMk cId="3640881170" sldId="275"/>
            <ac:spMk id="2" creationId="{0AECD03A-F280-8B4C-9A81-D92826F50C09}"/>
          </ac:spMkLst>
        </pc:spChg>
        <pc:spChg chg="del mod">
          <ac:chgData name="McGhee, Erick" userId="4daa4dd7-aeb4-4b85-913a-7420085b6907" providerId="ADAL" clId="{FA64414F-8AA4-48D9-9729-33731B311A48}" dt="2022-07-07T19:20:15.614" v="2576"/>
          <ac:spMkLst>
            <pc:docMk/>
            <pc:sldMk cId="3640881170" sldId="275"/>
            <ac:spMk id="3" creationId="{939360D2-C51D-BA40-BCEC-1D750CDF884A}"/>
          </ac:spMkLst>
        </pc:spChg>
        <pc:spChg chg="add del mod">
          <ac:chgData name="McGhee, Erick" userId="4daa4dd7-aeb4-4b85-913a-7420085b6907" providerId="ADAL" clId="{FA64414F-8AA4-48D9-9729-33731B311A48}" dt="2022-07-07T18:13:12.048" v="734" actId="22"/>
          <ac:spMkLst>
            <pc:docMk/>
            <pc:sldMk cId="3640881170" sldId="275"/>
            <ac:spMk id="7" creationId="{CF40F1B5-4D61-D6EC-A6C5-BCA6AC571057}"/>
          </ac:spMkLst>
        </pc:spChg>
        <pc:picChg chg="del">
          <ac:chgData name="McGhee, Erick" userId="4daa4dd7-aeb4-4b85-913a-7420085b6907" providerId="ADAL" clId="{FA64414F-8AA4-48D9-9729-33731B311A48}" dt="2022-07-07T18:13:08.417" v="731" actId="478"/>
          <ac:picMkLst>
            <pc:docMk/>
            <pc:sldMk cId="3640881170" sldId="275"/>
            <ac:picMk id="5" creationId="{7A49719A-E06D-494D-9AAA-4E3D2FB64419}"/>
          </ac:picMkLst>
        </pc:picChg>
        <pc:picChg chg="add del">
          <ac:chgData name="McGhee, Erick" userId="4daa4dd7-aeb4-4b85-913a-7420085b6907" providerId="ADAL" clId="{FA64414F-8AA4-48D9-9729-33731B311A48}" dt="2022-07-07T18:13:10.773" v="733" actId="22"/>
          <ac:picMkLst>
            <pc:docMk/>
            <pc:sldMk cId="3640881170" sldId="275"/>
            <ac:picMk id="9" creationId="{A33E6798-EC9A-E8F2-44D0-7C845165E6DC}"/>
          </ac:picMkLst>
        </pc:picChg>
        <pc:picChg chg="add mod ord">
          <ac:chgData name="McGhee, Erick" userId="4daa4dd7-aeb4-4b85-913a-7420085b6907" providerId="ADAL" clId="{FA64414F-8AA4-48D9-9729-33731B311A48}" dt="2022-07-07T18:13:12.048" v="734" actId="22"/>
          <ac:picMkLst>
            <pc:docMk/>
            <pc:sldMk cId="3640881170" sldId="275"/>
            <ac:picMk id="11" creationId="{505FF677-16AE-0BBC-4A3A-194C10EC4796}"/>
          </ac:picMkLst>
        </pc:picChg>
        <pc:picChg chg="add mod">
          <ac:chgData name="McGhee, Erick" userId="4daa4dd7-aeb4-4b85-913a-7420085b6907" providerId="ADAL" clId="{FA64414F-8AA4-48D9-9729-33731B311A48}" dt="2022-07-07T19:20:15.614" v="2576"/>
          <ac:picMkLst>
            <pc:docMk/>
            <pc:sldMk cId="3640881170" sldId="275"/>
            <ac:picMk id="12" creationId="{82273118-4FCC-3AD2-D91D-E2525D0F2504}"/>
          </ac:picMkLst>
        </pc:picChg>
      </pc:sldChg>
      <pc:sldChg chg="addSp delSp modSp add del mod ord">
        <pc:chgData name="McGhee, Erick" userId="4daa4dd7-aeb4-4b85-913a-7420085b6907" providerId="ADAL" clId="{FA64414F-8AA4-48D9-9729-33731B311A48}" dt="2022-07-07T19:22:51.717" v="2640" actId="47"/>
        <pc:sldMkLst>
          <pc:docMk/>
          <pc:sldMk cId="979644698" sldId="276"/>
        </pc:sldMkLst>
        <pc:spChg chg="mod">
          <ac:chgData name="McGhee, Erick" userId="4daa4dd7-aeb4-4b85-913a-7420085b6907" providerId="ADAL" clId="{FA64414F-8AA4-48D9-9729-33731B311A48}" dt="2022-07-07T18:13:58.932" v="770" actId="20577"/>
          <ac:spMkLst>
            <pc:docMk/>
            <pc:sldMk cId="979644698" sldId="276"/>
            <ac:spMk id="2" creationId="{406C2934-5ADF-FA44-AD21-9F8725E889DE}"/>
          </ac:spMkLst>
        </pc:spChg>
        <pc:spChg chg="mod">
          <ac:chgData name="McGhee, Erick" userId="4daa4dd7-aeb4-4b85-913a-7420085b6907" providerId="ADAL" clId="{FA64414F-8AA4-48D9-9729-33731B311A48}" dt="2022-07-07T18:54:44.057" v="1885" actId="20577"/>
          <ac:spMkLst>
            <pc:docMk/>
            <pc:sldMk cId="979644698" sldId="276"/>
            <ac:spMk id="4" creationId="{84965228-0A60-034A-AE12-13637FB1EF47}"/>
          </ac:spMkLst>
        </pc:spChg>
        <pc:spChg chg="add del mod">
          <ac:chgData name="McGhee, Erick" userId="4daa4dd7-aeb4-4b85-913a-7420085b6907" providerId="ADAL" clId="{FA64414F-8AA4-48D9-9729-33731B311A48}" dt="2022-07-07T18:14:20.977" v="772" actId="22"/>
          <ac:spMkLst>
            <pc:docMk/>
            <pc:sldMk cId="979644698" sldId="276"/>
            <ac:spMk id="7" creationId="{98679E51-E607-BE9A-2FE5-0C394AA2DB87}"/>
          </ac:spMkLst>
        </pc:spChg>
        <pc:picChg chg="del">
          <ac:chgData name="McGhee, Erick" userId="4daa4dd7-aeb4-4b85-913a-7420085b6907" providerId="ADAL" clId="{FA64414F-8AA4-48D9-9729-33731B311A48}" dt="2022-07-07T18:14:19.198" v="771" actId="478"/>
          <ac:picMkLst>
            <pc:docMk/>
            <pc:sldMk cId="979644698" sldId="276"/>
            <ac:picMk id="5" creationId="{E9B21644-C63B-AD44-B37E-9387693BF0EC}"/>
          </ac:picMkLst>
        </pc:picChg>
        <pc:picChg chg="add mod ord">
          <ac:chgData name="McGhee, Erick" userId="4daa4dd7-aeb4-4b85-913a-7420085b6907" providerId="ADAL" clId="{FA64414F-8AA4-48D9-9729-33731B311A48}" dt="2022-07-07T19:20:40.789" v="2578" actId="1076"/>
          <ac:picMkLst>
            <pc:docMk/>
            <pc:sldMk cId="979644698" sldId="276"/>
            <ac:picMk id="9" creationId="{DCE4194E-A17E-EE19-D54F-18408E03E8AD}"/>
          </ac:picMkLst>
        </pc:picChg>
      </pc:sldChg>
      <pc:sldChg chg="addSp delSp modSp add mod ord modNotesTx">
        <pc:chgData name="McGhee, Erick" userId="4daa4dd7-aeb4-4b85-913a-7420085b6907" providerId="ADAL" clId="{FA64414F-8AA4-48D9-9729-33731B311A48}" dt="2022-07-07T19:24:06.668" v="2645" actId="1076"/>
        <pc:sldMkLst>
          <pc:docMk/>
          <pc:sldMk cId="387554752" sldId="277"/>
        </pc:sldMkLst>
        <pc:spChg chg="mod">
          <ac:chgData name="McGhee, Erick" userId="4daa4dd7-aeb4-4b85-913a-7420085b6907" providerId="ADAL" clId="{FA64414F-8AA4-48D9-9729-33731B311A48}" dt="2022-07-07T18:16:06.580" v="798" actId="20577"/>
          <ac:spMkLst>
            <pc:docMk/>
            <pc:sldMk cId="387554752" sldId="277"/>
            <ac:spMk id="2" creationId="{0AECD03A-F280-8B4C-9A81-D92826F50C09}"/>
          </ac:spMkLst>
        </pc:spChg>
        <pc:spChg chg="del mod">
          <ac:chgData name="McGhee, Erick" userId="4daa4dd7-aeb4-4b85-913a-7420085b6907" providerId="ADAL" clId="{FA64414F-8AA4-48D9-9729-33731B311A48}" dt="2022-07-07T19:24:00.536" v="2644" actId="478"/>
          <ac:spMkLst>
            <pc:docMk/>
            <pc:sldMk cId="387554752" sldId="277"/>
            <ac:spMk id="3" creationId="{939360D2-C51D-BA40-BCEC-1D750CDF884A}"/>
          </ac:spMkLst>
        </pc:spChg>
        <pc:spChg chg="add del mod">
          <ac:chgData name="McGhee, Erick" userId="4daa4dd7-aeb4-4b85-913a-7420085b6907" providerId="ADAL" clId="{FA64414F-8AA4-48D9-9729-33731B311A48}" dt="2022-07-07T18:16:11.350" v="800" actId="22"/>
          <ac:spMkLst>
            <pc:docMk/>
            <pc:sldMk cId="387554752" sldId="277"/>
            <ac:spMk id="7" creationId="{6E3E0B21-F672-DFF4-A5FC-72809B950D2B}"/>
          </ac:spMkLst>
        </pc:spChg>
        <pc:picChg chg="del">
          <ac:chgData name="McGhee, Erick" userId="4daa4dd7-aeb4-4b85-913a-7420085b6907" providerId="ADAL" clId="{FA64414F-8AA4-48D9-9729-33731B311A48}" dt="2022-07-07T18:16:09.854" v="799" actId="478"/>
          <ac:picMkLst>
            <pc:docMk/>
            <pc:sldMk cId="387554752" sldId="277"/>
            <ac:picMk id="5" creationId="{7A49719A-E06D-494D-9AAA-4E3D2FB64419}"/>
          </ac:picMkLst>
        </pc:picChg>
        <pc:picChg chg="add mod ord">
          <ac:chgData name="McGhee, Erick" userId="4daa4dd7-aeb4-4b85-913a-7420085b6907" providerId="ADAL" clId="{FA64414F-8AA4-48D9-9729-33731B311A48}" dt="2022-07-07T19:24:06.668" v="2645" actId="1076"/>
          <ac:picMkLst>
            <pc:docMk/>
            <pc:sldMk cId="387554752" sldId="277"/>
            <ac:picMk id="9" creationId="{065B852E-C549-F079-D8FE-A000122B329F}"/>
          </ac:picMkLst>
        </pc:picChg>
      </pc:sldChg>
      <pc:sldChg chg="addSp delSp modSp add mod ord modNotesTx">
        <pc:chgData name="McGhee, Erick" userId="4daa4dd7-aeb4-4b85-913a-7420085b6907" providerId="ADAL" clId="{FA64414F-8AA4-48D9-9729-33731B311A48}" dt="2022-07-12T19:41:19.955" v="6212" actId="20577"/>
        <pc:sldMkLst>
          <pc:docMk/>
          <pc:sldMk cId="1599801358" sldId="278"/>
        </pc:sldMkLst>
        <pc:spChg chg="del">
          <ac:chgData name="McGhee, Erick" userId="4daa4dd7-aeb4-4b85-913a-7420085b6907" providerId="ADAL" clId="{FA64414F-8AA4-48D9-9729-33731B311A48}" dt="2022-07-07T18:17:09.007" v="807" actId="478"/>
          <ac:spMkLst>
            <pc:docMk/>
            <pc:sldMk cId="1599801358" sldId="278"/>
            <ac:spMk id="5" creationId="{052CE2BB-98EC-A440-838F-122D5B6DB3F9}"/>
          </ac:spMkLst>
        </pc:spChg>
        <pc:spChg chg="add del mod">
          <ac:chgData name="McGhee, Erick" userId="4daa4dd7-aeb4-4b85-913a-7420085b6907" providerId="ADAL" clId="{FA64414F-8AA4-48D9-9729-33731B311A48}" dt="2022-07-07T18:17:11.977" v="808" actId="478"/>
          <ac:spMkLst>
            <pc:docMk/>
            <pc:sldMk cId="1599801358" sldId="278"/>
            <ac:spMk id="7" creationId="{0660160C-B42B-89F0-2CF6-39124A6EAD6E}"/>
          </ac:spMkLst>
        </pc:spChg>
        <pc:picChg chg="add mod">
          <ac:chgData name="McGhee, Erick" userId="4daa4dd7-aeb4-4b85-913a-7420085b6907" providerId="ADAL" clId="{FA64414F-8AA4-48D9-9729-33731B311A48}" dt="2022-07-07T18:17:28.391" v="811" actId="1076"/>
          <ac:picMkLst>
            <pc:docMk/>
            <pc:sldMk cId="1599801358" sldId="278"/>
            <ac:picMk id="3" creationId="{3AC4B579-6C7F-76DC-11AA-8BB0B8EC670C}"/>
          </ac:picMkLst>
        </pc:picChg>
      </pc:sldChg>
      <pc:sldChg chg="addSp delSp modSp add mod ord">
        <pc:chgData name="McGhee, Erick" userId="4daa4dd7-aeb4-4b85-913a-7420085b6907" providerId="ADAL" clId="{FA64414F-8AA4-48D9-9729-33731B311A48}" dt="2022-07-07T19:19:00.807" v="2569"/>
        <pc:sldMkLst>
          <pc:docMk/>
          <pc:sldMk cId="1559729470" sldId="279"/>
        </pc:sldMkLst>
        <pc:spChg chg="mod">
          <ac:chgData name="McGhee, Erick" userId="4daa4dd7-aeb4-4b85-913a-7420085b6907" providerId="ADAL" clId="{FA64414F-8AA4-48D9-9729-33731B311A48}" dt="2022-07-07T18:37:12.491" v="1393" actId="20577"/>
          <ac:spMkLst>
            <pc:docMk/>
            <pc:sldMk cId="1559729470" sldId="279"/>
            <ac:spMk id="2" creationId="{0AECD03A-F280-8B4C-9A81-D92826F50C09}"/>
          </ac:spMkLst>
        </pc:spChg>
        <pc:spChg chg="mod">
          <ac:chgData name="McGhee, Erick" userId="4daa4dd7-aeb4-4b85-913a-7420085b6907" providerId="ADAL" clId="{FA64414F-8AA4-48D9-9729-33731B311A48}" dt="2022-07-07T18:51:09.321" v="1549" actId="20577"/>
          <ac:spMkLst>
            <pc:docMk/>
            <pc:sldMk cId="1559729470" sldId="279"/>
            <ac:spMk id="3" creationId="{939360D2-C51D-BA40-BCEC-1D750CDF884A}"/>
          </ac:spMkLst>
        </pc:spChg>
        <pc:spChg chg="add del mod">
          <ac:chgData name="McGhee, Erick" userId="4daa4dd7-aeb4-4b85-913a-7420085b6907" providerId="ADAL" clId="{FA64414F-8AA4-48D9-9729-33731B311A48}" dt="2022-07-07T18:37:49.382" v="1421"/>
          <ac:spMkLst>
            <pc:docMk/>
            <pc:sldMk cId="1559729470" sldId="279"/>
            <ac:spMk id="7" creationId="{FC2ADFCB-BB71-B819-7274-7EDE12CB8F82}"/>
          </ac:spMkLst>
        </pc:spChg>
        <pc:picChg chg="del">
          <ac:chgData name="McGhee, Erick" userId="4daa4dd7-aeb4-4b85-913a-7420085b6907" providerId="ADAL" clId="{FA64414F-8AA4-48D9-9729-33731B311A48}" dt="2022-07-07T18:37:48.468" v="1420" actId="478"/>
          <ac:picMkLst>
            <pc:docMk/>
            <pc:sldMk cId="1559729470" sldId="279"/>
            <ac:picMk id="5" creationId="{7A49719A-E06D-494D-9AAA-4E3D2FB64419}"/>
          </ac:picMkLst>
        </pc:picChg>
        <pc:picChg chg="add mod">
          <ac:chgData name="McGhee, Erick" userId="4daa4dd7-aeb4-4b85-913a-7420085b6907" providerId="ADAL" clId="{FA64414F-8AA4-48D9-9729-33731B311A48}" dt="2022-07-07T18:37:49.382" v="1421"/>
          <ac:picMkLst>
            <pc:docMk/>
            <pc:sldMk cId="1559729470" sldId="279"/>
            <ac:picMk id="8" creationId="{41FEC999-EDCA-3D60-BF8C-14A78489F13B}"/>
          </ac:picMkLst>
        </pc:picChg>
      </pc:sldChg>
      <pc:sldChg chg="addSp delSp modSp add mod ord">
        <pc:chgData name="McGhee, Erick" userId="4daa4dd7-aeb4-4b85-913a-7420085b6907" providerId="ADAL" clId="{FA64414F-8AA4-48D9-9729-33731B311A48}" dt="2022-07-07T19:19:33.819" v="2571"/>
        <pc:sldMkLst>
          <pc:docMk/>
          <pc:sldMk cId="2394580236" sldId="280"/>
        </pc:sldMkLst>
        <pc:spChg chg="mod">
          <ac:chgData name="McGhee, Erick" userId="4daa4dd7-aeb4-4b85-913a-7420085b6907" providerId="ADAL" clId="{FA64414F-8AA4-48D9-9729-33731B311A48}" dt="2022-07-07T18:37:39.861" v="1419" actId="20577"/>
          <ac:spMkLst>
            <pc:docMk/>
            <pc:sldMk cId="2394580236" sldId="280"/>
            <ac:spMk id="2" creationId="{406C2934-5ADF-FA44-AD21-9F8725E889DE}"/>
          </ac:spMkLst>
        </pc:spChg>
        <pc:spChg chg="mod">
          <ac:chgData name="McGhee, Erick" userId="4daa4dd7-aeb4-4b85-913a-7420085b6907" providerId="ADAL" clId="{FA64414F-8AA4-48D9-9729-33731B311A48}" dt="2022-07-07T18:52:54.845" v="1823" actId="20577"/>
          <ac:spMkLst>
            <pc:docMk/>
            <pc:sldMk cId="2394580236" sldId="280"/>
            <ac:spMk id="4" creationId="{84965228-0A60-034A-AE12-13637FB1EF47}"/>
          </ac:spMkLst>
        </pc:spChg>
        <pc:spChg chg="add del mod">
          <ac:chgData name="McGhee, Erick" userId="4daa4dd7-aeb4-4b85-913a-7420085b6907" providerId="ADAL" clId="{FA64414F-8AA4-48D9-9729-33731B311A48}" dt="2022-07-07T18:38:07.838" v="1423"/>
          <ac:spMkLst>
            <pc:docMk/>
            <pc:sldMk cId="2394580236" sldId="280"/>
            <ac:spMk id="7" creationId="{1461C42A-1C11-FB55-A541-4E86A14AA5A4}"/>
          </ac:spMkLst>
        </pc:spChg>
        <pc:picChg chg="del">
          <ac:chgData name="McGhee, Erick" userId="4daa4dd7-aeb4-4b85-913a-7420085b6907" providerId="ADAL" clId="{FA64414F-8AA4-48D9-9729-33731B311A48}" dt="2022-07-07T18:38:06.411" v="1422" actId="478"/>
          <ac:picMkLst>
            <pc:docMk/>
            <pc:sldMk cId="2394580236" sldId="280"/>
            <ac:picMk id="5" creationId="{E9B21644-C63B-AD44-B37E-9387693BF0EC}"/>
          </ac:picMkLst>
        </pc:picChg>
        <pc:picChg chg="add mod">
          <ac:chgData name="McGhee, Erick" userId="4daa4dd7-aeb4-4b85-913a-7420085b6907" providerId="ADAL" clId="{FA64414F-8AA4-48D9-9729-33731B311A48}" dt="2022-07-07T18:38:07.838" v="1423"/>
          <ac:picMkLst>
            <pc:docMk/>
            <pc:sldMk cId="2394580236" sldId="280"/>
            <ac:picMk id="8" creationId="{C2AA839F-5995-8723-BBEC-73FAA26A4B43}"/>
          </ac:picMkLst>
        </pc:picChg>
      </pc:sldChg>
      <pc:sldChg chg="modSp add mod ord">
        <pc:chgData name="McGhee, Erick" userId="4daa4dd7-aeb4-4b85-913a-7420085b6907" providerId="ADAL" clId="{FA64414F-8AA4-48D9-9729-33731B311A48}" dt="2022-07-07T19:01:31.805" v="2364" actId="20577"/>
        <pc:sldMkLst>
          <pc:docMk/>
          <pc:sldMk cId="4072954399" sldId="281"/>
        </pc:sldMkLst>
        <pc:spChg chg="mod">
          <ac:chgData name="McGhee, Erick" userId="4daa4dd7-aeb4-4b85-913a-7420085b6907" providerId="ADAL" clId="{FA64414F-8AA4-48D9-9729-33731B311A48}" dt="2022-07-07T19:01:31.805" v="2364" actId="20577"/>
          <ac:spMkLst>
            <pc:docMk/>
            <pc:sldMk cId="4072954399" sldId="281"/>
            <ac:spMk id="2" creationId="{0AECD03A-F280-8B4C-9A81-D92826F50C09}"/>
          </ac:spMkLst>
        </pc:spChg>
      </pc:sldChg>
      <pc:sldChg chg="modSp add del mod ord">
        <pc:chgData name="McGhee, Erick" userId="4daa4dd7-aeb4-4b85-913a-7420085b6907" providerId="ADAL" clId="{FA64414F-8AA4-48D9-9729-33731B311A48}" dt="2022-07-07T19:32:25.503" v="2820" actId="47"/>
        <pc:sldMkLst>
          <pc:docMk/>
          <pc:sldMk cId="1119163168" sldId="282"/>
        </pc:sldMkLst>
        <pc:spChg chg="mod">
          <ac:chgData name="McGhee, Erick" userId="4daa4dd7-aeb4-4b85-913a-7420085b6907" providerId="ADAL" clId="{FA64414F-8AA4-48D9-9729-33731B311A48}" dt="2022-07-07T19:02:03.609" v="2382" actId="20577"/>
          <ac:spMkLst>
            <pc:docMk/>
            <pc:sldMk cId="1119163168" sldId="282"/>
            <ac:spMk id="2" creationId="{0AECD03A-F280-8B4C-9A81-D92826F50C09}"/>
          </ac:spMkLst>
        </pc:spChg>
        <pc:spChg chg="mod">
          <ac:chgData name="McGhee, Erick" userId="4daa4dd7-aeb4-4b85-913a-7420085b6907" providerId="ADAL" clId="{FA64414F-8AA4-48D9-9729-33731B311A48}" dt="2022-07-07T19:31:22.853" v="2785" actId="20577"/>
          <ac:spMkLst>
            <pc:docMk/>
            <pc:sldMk cId="1119163168" sldId="282"/>
            <ac:spMk id="3" creationId="{939360D2-C51D-BA40-BCEC-1D750CDF884A}"/>
          </ac:spMkLst>
        </pc:spChg>
      </pc:sldChg>
      <pc:sldChg chg="addSp delSp modSp add mod ord">
        <pc:chgData name="McGhee, Erick" userId="4daa4dd7-aeb4-4b85-913a-7420085b6907" providerId="ADAL" clId="{FA64414F-8AA4-48D9-9729-33731B311A48}" dt="2022-07-07T21:03:17.197" v="4895" actId="20577"/>
        <pc:sldMkLst>
          <pc:docMk/>
          <pc:sldMk cId="4197173174" sldId="283"/>
        </pc:sldMkLst>
        <pc:spChg chg="mod">
          <ac:chgData name="McGhee, Erick" userId="4daa4dd7-aeb4-4b85-913a-7420085b6907" providerId="ADAL" clId="{FA64414F-8AA4-48D9-9729-33731B311A48}" dt="2022-07-07T20:22:12.265" v="4239" actId="1076"/>
          <ac:spMkLst>
            <pc:docMk/>
            <pc:sldMk cId="4197173174" sldId="283"/>
            <ac:spMk id="2" creationId="{0AECD03A-F280-8B4C-9A81-D92826F50C09}"/>
          </ac:spMkLst>
        </pc:spChg>
        <pc:spChg chg="del mod">
          <ac:chgData name="McGhee, Erick" userId="4daa4dd7-aeb4-4b85-913a-7420085b6907" providerId="ADAL" clId="{FA64414F-8AA4-48D9-9729-33731B311A48}" dt="2022-07-07T20:14:54.913" v="4218" actId="26606"/>
          <ac:spMkLst>
            <pc:docMk/>
            <pc:sldMk cId="4197173174" sldId="283"/>
            <ac:spMk id="3" creationId="{939360D2-C51D-BA40-BCEC-1D750CDF884A}"/>
          </ac:spMkLst>
        </pc:spChg>
        <pc:spChg chg="add mod">
          <ac:chgData name="McGhee, Erick" userId="4daa4dd7-aeb4-4b85-913a-7420085b6907" providerId="ADAL" clId="{FA64414F-8AA4-48D9-9729-33731B311A48}" dt="2022-07-07T21:03:17.197" v="4895" actId="20577"/>
          <ac:spMkLst>
            <pc:docMk/>
            <pc:sldMk cId="4197173174" sldId="283"/>
            <ac:spMk id="3" creationId="{C27744BE-359F-CC0E-F925-08E4DDF26779}"/>
          </ac:spMkLst>
        </pc:spChg>
        <pc:spChg chg="add del mod">
          <ac:chgData name="McGhee, Erick" userId="4daa4dd7-aeb4-4b85-913a-7420085b6907" providerId="ADAL" clId="{FA64414F-8AA4-48D9-9729-33731B311A48}" dt="2022-07-07T20:23:59.959" v="4267" actId="478"/>
          <ac:spMkLst>
            <pc:docMk/>
            <pc:sldMk cId="4197173174" sldId="283"/>
            <ac:spMk id="5" creationId="{D1463F4F-B9BE-C4DB-EE8A-44C751273F00}"/>
          </ac:spMkLst>
        </pc:spChg>
        <pc:spChg chg="add mod">
          <ac:chgData name="McGhee, Erick" userId="4daa4dd7-aeb4-4b85-913a-7420085b6907" providerId="ADAL" clId="{FA64414F-8AA4-48D9-9729-33731B311A48}" dt="2022-07-07T20:48:19.897" v="4711" actId="1076"/>
          <ac:spMkLst>
            <pc:docMk/>
            <pc:sldMk cId="4197173174" sldId="283"/>
            <ac:spMk id="18" creationId="{535018B0-5B02-6A4D-100B-2A02E34E192A}"/>
          </ac:spMkLst>
        </pc:spChg>
        <pc:spChg chg="add mod">
          <ac:chgData name="McGhee, Erick" userId="4daa4dd7-aeb4-4b85-913a-7420085b6907" providerId="ADAL" clId="{FA64414F-8AA4-48D9-9729-33731B311A48}" dt="2022-07-07T20:48:15.255" v="4710" actId="1076"/>
          <ac:spMkLst>
            <pc:docMk/>
            <pc:sldMk cId="4197173174" sldId="283"/>
            <ac:spMk id="19" creationId="{CFFE4669-7FBD-B458-F1C7-A6F8F941B02B}"/>
          </ac:spMkLst>
        </pc:spChg>
        <pc:spChg chg="add mod">
          <ac:chgData name="McGhee, Erick" userId="4daa4dd7-aeb4-4b85-913a-7420085b6907" providerId="ADAL" clId="{FA64414F-8AA4-48D9-9729-33731B311A48}" dt="2022-07-07T20:50:54.044" v="4720" actId="20577"/>
          <ac:spMkLst>
            <pc:docMk/>
            <pc:sldMk cId="4197173174" sldId="283"/>
            <ac:spMk id="20" creationId="{883AB21C-3751-F997-D17C-760365628246}"/>
          </ac:spMkLst>
        </pc:spChg>
        <pc:spChg chg="add mod ord">
          <ac:chgData name="McGhee, Erick" userId="4daa4dd7-aeb4-4b85-913a-7420085b6907" providerId="ADAL" clId="{FA64414F-8AA4-48D9-9729-33731B311A48}" dt="2022-07-07T20:46:19.900" v="4698" actId="34135"/>
          <ac:spMkLst>
            <pc:docMk/>
            <pc:sldMk cId="4197173174" sldId="283"/>
            <ac:spMk id="21" creationId="{C6CB5516-BA88-DBE5-4FE8-E0C205808E3F}"/>
          </ac:spMkLst>
        </pc:spChg>
        <pc:spChg chg="add mod ord">
          <ac:chgData name="McGhee, Erick" userId="4daa4dd7-aeb4-4b85-913a-7420085b6907" providerId="ADAL" clId="{FA64414F-8AA4-48D9-9729-33731B311A48}" dt="2022-07-07T20:46:19.900" v="4698" actId="34135"/>
          <ac:spMkLst>
            <pc:docMk/>
            <pc:sldMk cId="4197173174" sldId="283"/>
            <ac:spMk id="22" creationId="{12777FDB-0F00-481C-55A5-F80127F40219}"/>
          </ac:spMkLst>
        </pc:spChg>
        <pc:spChg chg="add mod ord">
          <ac:chgData name="McGhee, Erick" userId="4daa4dd7-aeb4-4b85-913a-7420085b6907" providerId="ADAL" clId="{FA64414F-8AA4-48D9-9729-33731B311A48}" dt="2022-07-07T20:46:19.900" v="4698" actId="34135"/>
          <ac:spMkLst>
            <pc:docMk/>
            <pc:sldMk cId="4197173174" sldId="283"/>
            <ac:spMk id="23" creationId="{71BA3AD4-B4D7-A156-7567-F7A2DCE3C040}"/>
          </ac:spMkLst>
        </pc:spChg>
        <pc:graphicFrameChg chg="add del mod modGraphic">
          <ac:chgData name="McGhee, Erick" userId="4daa4dd7-aeb4-4b85-913a-7420085b6907" providerId="ADAL" clId="{FA64414F-8AA4-48D9-9729-33731B311A48}" dt="2022-07-07T20:29:49.400" v="4484" actId="478"/>
          <ac:graphicFrameMkLst>
            <pc:docMk/>
            <pc:sldMk cId="4197173174" sldId="283"/>
            <ac:graphicFrameMk id="6" creationId="{EB986B9C-63C4-1F66-5757-A1F1780977C3}"/>
          </ac:graphicFrameMkLst>
        </pc:graphicFrameChg>
        <pc:graphicFrameChg chg="add del mod">
          <ac:chgData name="McGhee, Erick" userId="4daa4dd7-aeb4-4b85-913a-7420085b6907" providerId="ADAL" clId="{FA64414F-8AA4-48D9-9729-33731B311A48}" dt="2022-07-07T20:23:53.445" v="4266" actId="478"/>
          <ac:graphicFrameMkLst>
            <pc:docMk/>
            <pc:sldMk cId="4197173174" sldId="283"/>
            <ac:graphicFrameMk id="10" creationId="{5F869F5A-804D-6931-AB49-E86D6F0A8912}"/>
          </ac:graphicFrameMkLst>
        </pc:graphicFrameChg>
        <pc:graphicFrameChg chg="add del mod modGraphic">
          <ac:chgData name="McGhee, Erick" userId="4daa4dd7-aeb4-4b85-913a-7420085b6907" providerId="ADAL" clId="{FA64414F-8AA4-48D9-9729-33731B311A48}" dt="2022-07-07T20:31:13.295" v="4499" actId="478"/>
          <ac:graphicFrameMkLst>
            <pc:docMk/>
            <pc:sldMk cId="4197173174" sldId="283"/>
            <ac:graphicFrameMk id="12" creationId="{FA2D7025-8E9E-9F58-F386-ACFA5493BDAC}"/>
          </ac:graphicFrameMkLst>
        </pc:graphicFrameChg>
        <pc:picChg chg="add del mod">
          <ac:chgData name="McGhee, Erick" userId="4daa4dd7-aeb4-4b85-913a-7420085b6907" providerId="ADAL" clId="{FA64414F-8AA4-48D9-9729-33731B311A48}" dt="2022-07-07T20:23:30.428" v="4256" actId="21"/>
          <ac:picMkLst>
            <pc:docMk/>
            <pc:sldMk cId="4197173174" sldId="283"/>
            <ac:picMk id="7" creationId="{94F4B856-5B6A-341C-E7AA-794509E26E37}"/>
          </ac:picMkLst>
        </pc:picChg>
        <pc:picChg chg="add del mod">
          <ac:chgData name="McGhee, Erick" userId="4daa4dd7-aeb4-4b85-913a-7420085b6907" providerId="ADAL" clId="{FA64414F-8AA4-48D9-9729-33731B311A48}" dt="2022-07-07T20:24:54.415" v="4271" actId="21"/>
          <ac:picMkLst>
            <pc:docMk/>
            <pc:sldMk cId="4197173174" sldId="283"/>
            <ac:picMk id="8" creationId="{496ABED8-CC22-19C7-BFC0-AAE5861F45EA}"/>
          </ac:picMkLst>
        </pc:picChg>
        <pc:picChg chg="add del mod">
          <ac:chgData name="McGhee, Erick" userId="4daa4dd7-aeb4-4b85-913a-7420085b6907" providerId="ADAL" clId="{FA64414F-8AA4-48D9-9729-33731B311A48}" dt="2022-07-07T20:27:29.648" v="4328" actId="21"/>
          <ac:picMkLst>
            <pc:docMk/>
            <pc:sldMk cId="4197173174" sldId="283"/>
            <ac:picMk id="11" creationId="{2B66F33C-033D-9574-37DB-56BF075DBE1B}"/>
          </ac:picMkLst>
        </pc:picChg>
        <pc:picChg chg="add del mod">
          <ac:chgData name="McGhee, Erick" userId="4daa4dd7-aeb4-4b85-913a-7420085b6907" providerId="ADAL" clId="{FA64414F-8AA4-48D9-9729-33731B311A48}" dt="2022-07-07T20:19:30.253" v="4232" actId="21"/>
          <ac:picMkLst>
            <pc:docMk/>
            <pc:sldMk cId="4197173174" sldId="283"/>
            <ac:picMk id="11" creationId="{A69125FE-4246-622C-6C3F-D5623D59E862}"/>
          </ac:picMkLst>
        </pc:picChg>
        <pc:picChg chg="add mod">
          <ac:chgData name="McGhee, Erick" userId="4daa4dd7-aeb4-4b85-913a-7420085b6907" providerId="ADAL" clId="{FA64414F-8AA4-48D9-9729-33731B311A48}" dt="2022-07-07T20:46:28.347" v="4699" actId="1076"/>
          <ac:picMkLst>
            <pc:docMk/>
            <pc:sldMk cId="4197173174" sldId="283"/>
            <ac:picMk id="14" creationId="{82C00669-A07B-1F33-B42E-AA3F1DF67077}"/>
          </ac:picMkLst>
        </pc:picChg>
        <pc:picChg chg="add del mod">
          <ac:chgData name="McGhee, Erick" userId="4daa4dd7-aeb4-4b85-913a-7420085b6907" providerId="ADAL" clId="{FA64414F-8AA4-48D9-9729-33731B311A48}" dt="2022-07-07T20:42:12.651" v="4667" actId="478"/>
          <ac:picMkLst>
            <pc:docMk/>
            <pc:sldMk cId="4197173174" sldId="283"/>
            <ac:picMk id="15" creationId="{A2569273-E4D9-FA94-2ACE-6F800092FED9}"/>
          </ac:picMkLst>
        </pc:picChg>
        <pc:picChg chg="add mod">
          <ac:chgData name="McGhee, Erick" userId="4daa4dd7-aeb4-4b85-913a-7420085b6907" providerId="ADAL" clId="{FA64414F-8AA4-48D9-9729-33731B311A48}" dt="2022-07-07T20:47:57.979" v="4707" actId="1076"/>
          <ac:picMkLst>
            <pc:docMk/>
            <pc:sldMk cId="4197173174" sldId="283"/>
            <ac:picMk id="17" creationId="{C56077A9-3D84-8855-5505-68D4275FAA79}"/>
          </ac:picMkLst>
        </pc:picChg>
        <pc:picChg chg="add mod">
          <ac:chgData name="McGhee, Erick" userId="4daa4dd7-aeb4-4b85-913a-7420085b6907" providerId="ADAL" clId="{FA64414F-8AA4-48D9-9729-33731B311A48}" dt="2022-07-07T20:47:32.478" v="4706" actId="1076"/>
          <ac:picMkLst>
            <pc:docMk/>
            <pc:sldMk cId="4197173174" sldId="283"/>
            <ac:picMk id="25" creationId="{36AAB237-4E5B-DD59-CCD5-45CFC8F3FD6B}"/>
          </ac:picMkLst>
        </pc:picChg>
      </pc:sldChg>
      <pc:sldChg chg="modSp add mod ord">
        <pc:chgData name="McGhee, Erick" userId="4daa4dd7-aeb4-4b85-913a-7420085b6907" providerId="ADAL" clId="{FA64414F-8AA4-48D9-9729-33731B311A48}" dt="2022-07-07T19:04:50.394" v="2424" actId="20577"/>
        <pc:sldMkLst>
          <pc:docMk/>
          <pc:sldMk cId="4147887499" sldId="284"/>
        </pc:sldMkLst>
        <pc:spChg chg="mod">
          <ac:chgData name="McGhee, Erick" userId="4daa4dd7-aeb4-4b85-913a-7420085b6907" providerId="ADAL" clId="{FA64414F-8AA4-48D9-9729-33731B311A48}" dt="2022-07-07T19:04:50.394" v="2424" actId="20577"/>
          <ac:spMkLst>
            <pc:docMk/>
            <pc:sldMk cId="4147887499" sldId="284"/>
            <ac:spMk id="2" creationId="{6C727681-4B65-10F7-5C12-A8BFF9756CA2}"/>
          </ac:spMkLst>
        </pc:spChg>
      </pc:sldChg>
      <pc:sldChg chg="modSp add mod ord modNotesTx">
        <pc:chgData name="McGhee, Erick" userId="4daa4dd7-aeb4-4b85-913a-7420085b6907" providerId="ADAL" clId="{FA64414F-8AA4-48D9-9729-33731B311A48}" dt="2022-07-12T20:00:04.095" v="6550" actId="5793"/>
        <pc:sldMkLst>
          <pc:docMk/>
          <pc:sldMk cId="4141389629" sldId="285"/>
        </pc:sldMkLst>
        <pc:spChg chg="mod">
          <ac:chgData name="McGhee, Erick" userId="4daa4dd7-aeb4-4b85-913a-7420085b6907" providerId="ADAL" clId="{FA64414F-8AA4-48D9-9729-33731B311A48}" dt="2022-07-07T19:06:01.609" v="2442" actId="20577"/>
          <ac:spMkLst>
            <pc:docMk/>
            <pc:sldMk cId="4141389629" sldId="285"/>
            <ac:spMk id="2" creationId="{0AECD03A-F280-8B4C-9A81-D92826F50C09}"/>
          </ac:spMkLst>
        </pc:spChg>
      </pc:sldChg>
      <pc:sldChg chg="modSp add mod ord">
        <pc:chgData name="McGhee, Erick" userId="4daa4dd7-aeb4-4b85-913a-7420085b6907" providerId="ADAL" clId="{FA64414F-8AA4-48D9-9729-33731B311A48}" dt="2022-07-07T19:09:28.238" v="2482" actId="14100"/>
        <pc:sldMkLst>
          <pc:docMk/>
          <pc:sldMk cId="1345188284" sldId="286"/>
        </pc:sldMkLst>
        <pc:spChg chg="mod">
          <ac:chgData name="McGhee, Erick" userId="4daa4dd7-aeb4-4b85-913a-7420085b6907" providerId="ADAL" clId="{FA64414F-8AA4-48D9-9729-33731B311A48}" dt="2022-07-07T19:08:13.190" v="2459" actId="20577"/>
          <ac:spMkLst>
            <pc:docMk/>
            <pc:sldMk cId="1345188284" sldId="286"/>
            <ac:spMk id="2" creationId="{0AECD03A-F280-8B4C-9A81-D92826F50C09}"/>
          </ac:spMkLst>
        </pc:spChg>
        <pc:spChg chg="mod">
          <ac:chgData name="McGhee, Erick" userId="4daa4dd7-aeb4-4b85-913a-7420085b6907" providerId="ADAL" clId="{FA64414F-8AA4-48D9-9729-33731B311A48}" dt="2022-07-07T19:09:28.238" v="2482" actId="14100"/>
          <ac:spMkLst>
            <pc:docMk/>
            <pc:sldMk cId="1345188284" sldId="286"/>
            <ac:spMk id="3" creationId="{939360D2-C51D-BA40-BCEC-1D750CDF884A}"/>
          </ac:spMkLst>
        </pc:spChg>
      </pc:sldChg>
      <pc:sldChg chg="addSp delSp modSp add mod ord">
        <pc:chgData name="McGhee, Erick" userId="4daa4dd7-aeb4-4b85-913a-7420085b6907" providerId="ADAL" clId="{FA64414F-8AA4-48D9-9729-33731B311A48}" dt="2022-07-12T20:12:16.634" v="6599" actId="478"/>
        <pc:sldMkLst>
          <pc:docMk/>
          <pc:sldMk cId="3390314529" sldId="287"/>
        </pc:sldMkLst>
        <pc:spChg chg="mod">
          <ac:chgData name="McGhee, Erick" userId="4daa4dd7-aeb4-4b85-913a-7420085b6907" providerId="ADAL" clId="{FA64414F-8AA4-48D9-9729-33731B311A48}" dt="2022-07-07T19:10:24.141" v="2496" actId="20577"/>
          <ac:spMkLst>
            <pc:docMk/>
            <pc:sldMk cId="3390314529" sldId="287"/>
            <ac:spMk id="7" creationId="{75A44F35-941C-3A4C-9489-BA4C3AB7C1C0}"/>
          </ac:spMkLst>
        </pc:spChg>
        <pc:spChg chg="mod">
          <ac:chgData name="McGhee, Erick" userId="4daa4dd7-aeb4-4b85-913a-7420085b6907" providerId="ADAL" clId="{FA64414F-8AA4-48D9-9729-33731B311A48}" dt="2022-07-07T19:10:28.554" v="2512" actId="20577"/>
          <ac:spMkLst>
            <pc:docMk/>
            <pc:sldMk cId="3390314529" sldId="287"/>
            <ac:spMk id="8" creationId="{64DBEB4B-8514-B944-97C6-10BF34F55F57}"/>
          </ac:spMkLst>
        </pc:spChg>
        <pc:picChg chg="add del mod">
          <ac:chgData name="McGhee, Erick" userId="4daa4dd7-aeb4-4b85-913a-7420085b6907" providerId="ADAL" clId="{FA64414F-8AA4-48D9-9729-33731B311A48}" dt="2022-07-12T20:12:16.634" v="6599" actId="478"/>
          <ac:picMkLst>
            <pc:docMk/>
            <pc:sldMk cId="3390314529" sldId="287"/>
            <ac:picMk id="3" creationId="{2E5F6F6C-E046-417E-492F-D899A5AB89CF}"/>
          </ac:picMkLst>
        </pc:picChg>
        <pc:picChg chg="add mod">
          <ac:chgData name="McGhee, Erick" userId="4daa4dd7-aeb4-4b85-913a-7420085b6907" providerId="ADAL" clId="{FA64414F-8AA4-48D9-9729-33731B311A48}" dt="2022-07-07T21:03:55.303" v="4896"/>
          <ac:picMkLst>
            <pc:docMk/>
            <pc:sldMk cId="3390314529" sldId="287"/>
            <ac:picMk id="5" creationId="{809E14AF-B424-ED87-59A8-C5B13B5E4B15}"/>
          </ac:picMkLst>
        </pc:picChg>
        <pc:picChg chg="add mod">
          <ac:chgData name="McGhee, Erick" userId="4daa4dd7-aeb4-4b85-913a-7420085b6907" providerId="ADAL" clId="{FA64414F-8AA4-48D9-9729-33731B311A48}" dt="2022-07-07T21:03:55.303" v="4896"/>
          <ac:picMkLst>
            <pc:docMk/>
            <pc:sldMk cId="3390314529" sldId="287"/>
            <ac:picMk id="6" creationId="{069DE215-F1DB-997B-809D-DE247803C47E}"/>
          </ac:picMkLst>
        </pc:picChg>
      </pc:sldChg>
      <pc:sldChg chg="addSp delSp modSp add mod ord modNotesTx">
        <pc:chgData name="McGhee, Erick" userId="4daa4dd7-aeb4-4b85-913a-7420085b6907" providerId="ADAL" clId="{FA64414F-8AA4-48D9-9729-33731B311A48}" dt="2022-07-07T20:11:04.690" v="4209" actId="20577"/>
        <pc:sldMkLst>
          <pc:docMk/>
          <pc:sldMk cId="486745667" sldId="288"/>
        </pc:sldMkLst>
        <pc:spChg chg="mod">
          <ac:chgData name="McGhee, Erick" userId="4daa4dd7-aeb4-4b85-913a-7420085b6907" providerId="ADAL" clId="{FA64414F-8AA4-48D9-9729-33731B311A48}" dt="2022-07-07T19:17:51.802" v="2534" actId="20577"/>
          <ac:spMkLst>
            <pc:docMk/>
            <pc:sldMk cId="486745667" sldId="288"/>
            <ac:spMk id="2" creationId="{6C727681-4B65-10F7-5C12-A8BFF9756CA2}"/>
          </ac:spMkLst>
        </pc:spChg>
        <pc:spChg chg="mod">
          <ac:chgData name="McGhee, Erick" userId="4daa4dd7-aeb4-4b85-913a-7420085b6907" providerId="ADAL" clId="{FA64414F-8AA4-48D9-9729-33731B311A48}" dt="2022-07-07T19:18:06.090" v="2546" actId="20577"/>
          <ac:spMkLst>
            <pc:docMk/>
            <pc:sldMk cId="486745667" sldId="288"/>
            <ac:spMk id="3" creationId="{C5C6A290-1F45-7BE7-DE10-0D346AB9A456}"/>
          </ac:spMkLst>
        </pc:spChg>
        <pc:spChg chg="del mod">
          <ac:chgData name="McGhee, Erick" userId="4daa4dd7-aeb4-4b85-913a-7420085b6907" providerId="ADAL" clId="{FA64414F-8AA4-48D9-9729-33731B311A48}" dt="2022-07-07T19:18:16.204" v="2550"/>
          <ac:spMkLst>
            <pc:docMk/>
            <pc:sldMk cId="486745667" sldId="288"/>
            <ac:spMk id="4" creationId="{81E3514A-06D2-65D9-78F9-294D26BD68DC}"/>
          </ac:spMkLst>
        </pc:spChg>
        <pc:spChg chg="mod">
          <ac:chgData name="McGhee, Erick" userId="4daa4dd7-aeb4-4b85-913a-7420085b6907" providerId="ADAL" clId="{FA64414F-8AA4-48D9-9729-33731B311A48}" dt="2022-07-07T19:18:47.505" v="2567" actId="20577"/>
          <ac:spMkLst>
            <pc:docMk/>
            <pc:sldMk cId="486745667" sldId="288"/>
            <ac:spMk id="5" creationId="{37D967E9-06BF-73AB-4AE9-4F5392EA196E}"/>
          </ac:spMkLst>
        </pc:spChg>
        <pc:spChg chg="del mod">
          <ac:chgData name="McGhee, Erick" userId="4daa4dd7-aeb4-4b85-913a-7420085b6907" providerId="ADAL" clId="{FA64414F-8AA4-48D9-9729-33731B311A48}" dt="2022-07-07T19:18:30.218" v="2553"/>
          <ac:spMkLst>
            <pc:docMk/>
            <pc:sldMk cId="486745667" sldId="288"/>
            <ac:spMk id="6" creationId="{DE57DC8C-A4DA-B321-59C1-9D1D258474CD}"/>
          </ac:spMkLst>
        </pc:spChg>
        <pc:picChg chg="add del mod">
          <ac:chgData name="McGhee, Erick" userId="4daa4dd7-aeb4-4b85-913a-7420085b6907" providerId="ADAL" clId="{FA64414F-8AA4-48D9-9729-33731B311A48}" dt="2022-07-07T19:18:11.225" v="2548"/>
          <ac:picMkLst>
            <pc:docMk/>
            <pc:sldMk cId="486745667" sldId="288"/>
            <ac:picMk id="8" creationId="{B8A55804-8609-CD74-822D-5A8D26856C6A}"/>
          </ac:picMkLst>
        </pc:picChg>
        <pc:picChg chg="add mod">
          <ac:chgData name="McGhee, Erick" userId="4daa4dd7-aeb4-4b85-913a-7420085b6907" providerId="ADAL" clId="{FA64414F-8AA4-48D9-9729-33731B311A48}" dt="2022-07-07T19:18:43.331" v="2556" actId="1076"/>
          <ac:picMkLst>
            <pc:docMk/>
            <pc:sldMk cId="486745667" sldId="288"/>
            <ac:picMk id="9" creationId="{2E9272A8-564D-1E84-D0ED-82489485D28A}"/>
          </ac:picMkLst>
        </pc:picChg>
        <pc:picChg chg="add mod">
          <ac:chgData name="McGhee, Erick" userId="4daa4dd7-aeb4-4b85-913a-7420085b6907" providerId="ADAL" clId="{FA64414F-8AA4-48D9-9729-33731B311A48}" dt="2022-07-07T19:18:40.387" v="2555" actId="1076"/>
          <ac:picMkLst>
            <pc:docMk/>
            <pc:sldMk cId="486745667" sldId="288"/>
            <ac:picMk id="10" creationId="{CCDE021F-AFA5-BE68-7CF2-2C21B95E5EAD}"/>
          </ac:picMkLst>
        </pc:picChg>
      </pc:sldChg>
      <pc:sldChg chg="addSp modSp mod modNotesTx">
        <pc:chgData name="McGhee, Erick" userId="4daa4dd7-aeb4-4b85-913a-7420085b6907" providerId="ADAL" clId="{FA64414F-8AA4-48D9-9729-33731B311A48}" dt="2022-07-12T19:36:30.634" v="6049" actId="20577"/>
        <pc:sldMkLst>
          <pc:docMk/>
          <pc:sldMk cId="4104521371" sldId="289"/>
        </pc:sldMkLst>
        <pc:spChg chg="add mod">
          <ac:chgData name="McGhee, Erick" userId="4daa4dd7-aeb4-4b85-913a-7420085b6907" providerId="ADAL" clId="{FA64414F-8AA4-48D9-9729-33731B311A48}" dt="2022-07-07T21:02:53.117" v="4887" actId="20577"/>
          <ac:spMkLst>
            <pc:docMk/>
            <pc:sldMk cId="4104521371" sldId="289"/>
            <ac:spMk id="6" creationId="{F96CFC46-945D-F5A1-6855-A94163A850E8}"/>
          </ac:spMkLst>
        </pc:spChg>
      </pc:sldChg>
      <pc:sldChg chg="addSp delSp modSp add mod ord modNotesTx">
        <pc:chgData name="McGhee, Erick" userId="4daa4dd7-aeb4-4b85-913a-7420085b6907" providerId="ADAL" clId="{FA64414F-8AA4-48D9-9729-33731B311A48}" dt="2022-07-12T19:47:14.634" v="6472" actId="20577"/>
        <pc:sldMkLst>
          <pc:docMk/>
          <pc:sldMk cId="935460535" sldId="290"/>
        </pc:sldMkLst>
        <pc:spChg chg="mod">
          <ac:chgData name="McGhee, Erick" userId="4daa4dd7-aeb4-4b85-913a-7420085b6907" providerId="ADAL" clId="{FA64414F-8AA4-48D9-9729-33731B311A48}" dt="2022-07-07T19:21:54.723" v="2602" actId="20577"/>
          <ac:spMkLst>
            <pc:docMk/>
            <pc:sldMk cId="935460535" sldId="290"/>
            <ac:spMk id="2" creationId="{6C727681-4B65-10F7-5C12-A8BFF9756CA2}"/>
          </ac:spMkLst>
        </pc:spChg>
        <pc:spChg chg="mod">
          <ac:chgData name="McGhee, Erick" userId="4daa4dd7-aeb4-4b85-913a-7420085b6907" providerId="ADAL" clId="{FA64414F-8AA4-48D9-9729-33731B311A48}" dt="2022-07-07T19:21:59.229" v="2619" actId="20577"/>
          <ac:spMkLst>
            <pc:docMk/>
            <pc:sldMk cId="935460535" sldId="290"/>
            <ac:spMk id="3" creationId="{C5C6A290-1F45-7BE7-DE10-0D346AB9A456}"/>
          </ac:spMkLst>
        </pc:spChg>
        <pc:spChg chg="del mod">
          <ac:chgData name="McGhee, Erick" userId="4daa4dd7-aeb4-4b85-913a-7420085b6907" providerId="ADAL" clId="{FA64414F-8AA4-48D9-9729-33731B311A48}" dt="2022-07-07T19:22:25.224" v="2637"/>
          <ac:spMkLst>
            <pc:docMk/>
            <pc:sldMk cId="935460535" sldId="290"/>
            <ac:spMk id="4" creationId="{81E3514A-06D2-65D9-78F9-294D26BD68DC}"/>
          </ac:spMkLst>
        </pc:spChg>
        <pc:spChg chg="mod">
          <ac:chgData name="McGhee, Erick" userId="4daa4dd7-aeb4-4b85-913a-7420085b6907" providerId="ADAL" clId="{FA64414F-8AA4-48D9-9729-33731B311A48}" dt="2022-07-07T19:22:02.178" v="2632" actId="20577"/>
          <ac:spMkLst>
            <pc:docMk/>
            <pc:sldMk cId="935460535" sldId="290"/>
            <ac:spMk id="5" creationId="{37D967E9-06BF-73AB-4AE9-4F5392EA196E}"/>
          </ac:spMkLst>
        </pc:spChg>
        <pc:spChg chg="del mod">
          <ac:chgData name="McGhee, Erick" userId="4daa4dd7-aeb4-4b85-913a-7420085b6907" providerId="ADAL" clId="{FA64414F-8AA4-48D9-9729-33731B311A48}" dt="2022-07-07T19:22:13.941" v="2634"/>
          <ac:spMkLst>
            <pc:docMk/>
            <pc:sldMk cId="935460535" sldId="290"/>
            <ac:spMk id="6" creationId="{DE57DC8C-A4DA-B321-59C1-9D1D258474CD}"/>
          </ac:spMkLst>
        </pc:spChg>
        <pc:picChg chg="add mod">
          <ac:chgData name="McGhee, Erick" userId="4daa4dd7-aeb4-4b85-913a-7420085b6907" providerId="ADAL" clId="{FA64414F-8AA4-48D9-9729-33731B311A48}" dt="2022-07-07T19:22:13.941" v="2634"/>
          <ac:picMkLst>
            <pc:docMk/>
            <pc:sldMk cId="935460535" sldId="290"/>
            <ac:picMk id="8" creationId="{B360BC94-624D-5EF2-0201-1BACFD2364FC}"/>
          </ac:picMkLst>
        </pc:picChg>
        <pc:picChg chg="add mod">
          <ac:chgData name="McGhee, Erick" userId="4daa4dd7-aeb4-4b85-913a-7420085b6907" providerId="ADAL" clId="{FA64414F-8AA4-48D9-9729-33731B311A48}" dt="2022-07-07T19:22:31.594" v="2638" actId="1076"/>
          <ac:picMkLst>
            <pc:docMk/>
            <pc:sldMk cId="935460535" sldId="290"/>
            <ac:picMk id="9" creationId="{477B8E11-68C4-3417-DDF6-1B7FC6527D98}"/>
          </ac:picMkLst>
        </pc:picChg>
      </pc:sldChg>
      <pc:sldChg chg="modSp add mod ord modNotesTx">
        <pc:chgData name="McGhee, Erick" userId="4daa4dd7-aeb4-4b85-913a-7420085b6907" providerId="ADAL" clId="{FA64414F-8AA4-48D9-9729-33731B311A48}" dt="2022-07-12T19:38:16.897" v="6083" actId="20577"/>
        <pc:sldMkLst>
          <pc:docMk/>
          <pc:sldMk cId="2850551165" sldId="291"/>
        </pc:sldMkLst>
        <pc:spChg chg="mod">
          <ac:chgData name="McGhee, Erick" userId="4daa4dd7-aeb4-4b85-913a-7420085b6907" providerId="ADAL" clId="{FA64414F-8AA4-48D9-9729-33731B311A48}" dt="2022-07-07T19:31:58.484" v="2803" actId="20577"/>
          <ac:spMkLst>
            <pc:docMk/>
            <pc:sldMk cId="2850551165" sldId="291"/>
            <ac:spMk id="2" creationId="{6C727681-4B65-10F7-5C12-A8BFF9756CA2}"/>
          </ac:spMkLst>
        </pc:spChg>
        <pc:spChg chg="mod">
          <ac:chgData name="McGhee, Erick" userId="4daa4dd7-aeb4-4b85-913a-7420085b6907" providerId="ADAL" clId="{FA64414F-8AA4-48D9-9729-33731B311A48}" dt="2022-07-07T19:32:01.933" v="2808" actId="20577"/>
          <ac:spMkLst>
            <pc:docMk/>
            <pc:sldMk cId="2850551165" sldId="291"/>
            <ac:spMk id="3" creationId="{C5C6A290-1F45-7BE7-DE10-0D346AB9A456}"/>
          </ac:spMkLst>
        </pc:spChg>
        <pc:spChg chg="mod">
          <ac:chgData name="McGhee, Erick" userId="4daa4dd7-aeb4-4b85-913a-7420085b6907" providerId="ADAL" clId="{FA64414F-8AA4-48D9-9729-33731B311A48}" dt="2022-07-12T19:36:58.845" v="6054" actId="20577"/>
          <ac:spMkLst>
            <pc:docMk/>
            <pc:sldMk cId="2850551165" sldId="291"/>
            <ac:spMk id="4" creationId="{81E3514A-06D2-65D9-78F9-294D26BD68DC}"/>
          </ac:spMkLst>
        </pc:spChg>
        <pc:spChg chg="mod">
          <ac:chgData name="McGhee, Erick" userId="4daa4dd7-aeb4-4b85-913a-7420085b6907" providerId="ADAL" clId="{FA64414F-8AA4-48D9-9729-33731B311A48}" dt="2022-07-07T19:32:16.725" v="2819" actId="20577"/>
          <ac:spMkLst>
            <pc:docMk/>
            <pc:sldMk cId="2850551165" sldId="291"/>
            <ac:spMk id="5" creationId="{37D967E9-06BF-73AB-4AE9-4F5392EA196E}"/>
          </ac:spMkLst>
        </pc:spChg>
        <pc:spChg chg="mod">
          <ac:chgData name="McGhee, Erick" userId="4daa4dd7-aeb4-4b85-913a-7420085b6907" providerId="ADAL" clId="{FA64414F-8AA4-48D9-9729-33731B311A48}" dt="2022-07-07T19:42:22.667" v="3188" actId="27636"/>
          <ac:spMkLst>
            <pc:docMk/>
            <pc:sldMk cId="2850551165" sldId="291"/>
            <ac:spMk id="6" creationId="{DE57DC8C-A4DA-B321-59C1-9D1D258474CD}"/>
          </ac:spMkLst>
        </pc:spChg>
      </pc:sldChg>
      <pc:sldChg chg="modNotesTx">
        <pc:chgData name="McGhee, Erick" userId="4daa4dd7-aeb4-4b85-913a-7420085b6907" providerId="ADAL" clId="{FA64414F-8AA4-48D9-9729-33731B311A48}" dt="2022-07-12T20:01:29.957" v="6591" actId="20577"/>
        <pc:sldMkLst>
          <pc:docMk/>
          <pc:sldMk cId="171600550" sldId="292"/>
        </pc:sldMkLst>
      </pc:sldChg>
      <pc:sldChg chg="addSp delSp modSp add del mod">
        <pc:chgData name="McGhee, Erick" userId="4daa4dd7-aeb4-4b85-913a-7420085b6907" providerId="ADAL" clId="{FA64414F-8AA4-48D9-9729-33731B311A48}" dt="2022-07-12T20:24:26.989" v="6855" actId="47"/>
        <pc:sldMkLst>
          <pc:docMk/>
          <pc:sldMk cId="3126262580" sldId="293"/>
        </pc:sldMkLst>
        <pc:spChg chg="add mod">
          <ac:chgData name="McGhee, Erick" userId="4daa4dd7-aeb4-4b85-913a-7420085b6907" providerId="ADAL" clId="{FA64414F-8AA4-48D9-9729-33731B311A48}" dt="2022-07-12T20:14:17.097" v="6637" actId="1076"/>
          <ac:spMkLst>
            <pc:docMk/>
            <pc:sldMk cId="3126262580" sldId="293"/>
            <ac:spMk id="4" creationId="{929EE7F9-4E3D-E222-7F3D-98D516BF46C5}"/>
          </ac:spMkLst>
        </pc:spChg>
        <pc:spChg chg="del mod">
          <ac:chgData name="McGhee, Erick" userId="4daa4dd7-aeb4-4b85-913a-7420085b6907" providerId="ADAL" clId="{FA64414F-8AA4-48D9-9729-33731B311A48}" dt="2022-07-12T20:12:36.789" v="6604" actId="478"/>
          <ac:spMkLst>
            <pc:docMk/>
            <pc:sldMk cId="3126262580" sldId="293"/>
            <ac:spMk id="7" creationId="{75A44F35-941C-3A4C-9489-BA4C3AB7C1C0}"/>
          </ac:spMkLst>
        </pc:spChg>
        <pc:spChg chg="del mod">
          <ac:chgData name="McGhee, Erick" userId="4daa4dd7-aeb4-4b85-913a-7420085b6907" providerId="ADAL" clId="{FA64414F-8AA4-48D9-9729-33731B311A48}" dt="2022-07-12T20:12:43.378" v="6607" actId="478"/>
          <ac:spMkLst>
            <pc:docMk/>
            <pc:sldMk cId="3126262580" sldId="293"/>
            <ac:spMk id="8" creationId="{64DBEB4B-8514-B944-97C6-10BF34F55F57}"/>
          </ac:spMkLst>
        </pc:spChg>
        <pc:spChg chg="add mod">
          <ac:chgData name="McGhee, Erick" userId="4daa4dd7-aeb4-4b85-913a-7420085b6907" providerId="ADAL" clId="{FA64414F-8AA4-48D9-9729-33731B311A48}" dt="2022-07-12T20:14:31.775" v="6638" actId="1076"/>
          <ac:spMkLst>
            <pc:docMk/>
            <pc:sldMk cId="3126262580" sldId="293"/>
            <ac:spMk id="10" creationId="{CB817DBA-0CD3-56BB-B454-74565935F6BC}"/>
          </ac:spMkLst>
        </pc:spChg>
        <pc:spChg chg="add mod">
          <ac:chgData name="McGhee, Erick" userId="4daa4dd7-aeb4-4b85-913a-7420085b6907" providerId="ADAL" clId="{FA64414F-8AA4-48D9-9729-33731B311A48}" dt="2022-07-12T20:16:12.226" v="6669" actId="20577"/>
          <ac:spMkLst>
            <pc:docMk/>
            <pc:sldMk cId="3126262580" sldId="293"/>
            <ac:spMk id="11" creationId="{0F25432B-02ED-8D25-1CF1-8D64AE543E83}"/>
          </ac:spMkLst>
        </pc:spChg>
        <pc:picChg chg="add mod">
          <ac:chgData name="McGhee, Erick" userId="4daa4dd7-aeb4-4b85-913a-7420085b6907" providerId="ADAL" clId="{FA64414F-8AA4-48D9-9729-33731B311A48}" dt="2022-07-12T20:13:57.358" v="6636" actId="1076"/>
          <ac:picMkLst>
            <pc:docMk/>
            <pc:sldMk cId="3126262580" sldId="293"/>
            <ac:picMk id="3" creationId="{F5A6D509-9F9C-58B5-66B1-6D6AEADA7902}"/>
          </ac:picMkLst>
        </pc:picChg>
      </pc:sldChg>
      <pc:sldChg chg="addSp delSp modSp add mod ord">
        <pc:chgData name="McGhee, Erick" userId="4daa4dd7-aeb4-4b85-913a-7420085b6907" providerId="ADAL" clId="{FA64414F-8AA4-48D9-9729-33731B311A48}" dt="2022-07-12T20:28:53.090" v="6876" actId="1076"/>
        <pc:sldMkLst>
          <pc:docMk/>
          <pc:sldMk cId="2867397208" sldId="294"/>
        </pc:sldMkLst>
        <pc:spChg chg="mod">
          <ac:chgData name="McGhee, Erick" userId="4daa4dd7-aeb4-4b85-913a-7420085b6907" providerId="ADAL" clId="{FA64414F-8AA4-48D9-9729-33731B311A48}" dt="2022-07-12T20:28:53.090" v="6876" actId="1076"/>
          <ac:spMkLst>
            <pc:docMk/>
            <pc:sldMk cId="2867397208" sldId="294"/>
            <ac:spMk id="2" creationId="{0AECD03A-F280-8B4C-9A81-D92826F50C09}"/>
          </ac:spMkLst>
        </pc:spChg>
        <pc:spChg chg="mod">
          <ac:chgData name="McGhee, Erick" userId="4daa4dd7-aeb4-4b85-913a-7420085b6907" providerId="ADAL" clId="{FA64414F-8AA4-48D9-9729-33731B311A48}" dt="2022-07-12T20:21:17.050" v="6854" actId="1038"/>
          <ac:spMkLst>
            <pc:docMk/>
            <pc:sldMk cId="2867397208" sldId="294"/>
            <ac:spMk id="3" creationId="{939360D2-C51D-BA40-BCEC-1D750CDF884A}"/>
          </ac:spMkLst>
        </pc:spChg>
        <pc:spChg chg="add del mod">
          <ac:chgData name="McGhee, Erick" userId="4daa4dd7-aeb4-4b85-913a-7420085b6907" providerId="ADAL" clId="{FA64414F-8AA4-48D9-9729-33731B311A48}" dt="2022-07-12T20:18:36.379" v="6732" actId="478"/>
          <ac:spMkLst>
            <pc:docMk/>
            <pc:sldMk cId="2867397208" sldId="294"/>
            <ac:spMk id="6" creationId="{9312E93B-A31A-13EB-0AB9-C2082E31638C}"/>
          </ac:spMkLst>
        </pc:spChg>
        <pc:spChg chg="add del mod">
          <ac:chgData name="McGhee, Erick" userId="4daa4dd7-aeb4-4b85-913a-7420085b6907" providerId="ADAL" clId="{FA64414F-8AA4-48D9-9729-33731B311A48}" dt="2022-07-12T20:18:33.555" v="6730" actId="478"/>
          <ac:spMkLst>
            <pc:docMk/>
            <pc:sldMk cId="2867397208" sldId="294"/>
            <ac:spMk id="7" creationId="{B51BC734-5932-565E-3B13-70EF263430C6}"/>
          </ac:spMkLst>
        </pc:spChg>
        <pc:spChg chg="add mod">
          <ac:chgData name="McGhee, Erick" userId="4daa4dd7-aeb4-4b85-913a-7420085b6907" providerId="ADAL" clId="{FA64414F-8AA4-48D9-9729-33731B311A48}" dt="2022-07-12T20:21:06.041" v="6822" actId="1076"/>
          <ac:spMkLst>
            <pc:docMk/>
            <pc:sldMk cId="2867397208" sldId="294"/>
            <ac:spMk id="8" creationId="{97946B05-040E-6D9A-E4CC-F5A948140729}"/>
          </ac:spMkLst>
        </pc:spChg>
        <pc:spChg chg="add mod">
          <ac:chgData name="McGhee, Erick" userId="4daa4dd7-aeb4-4b85-913a-7420085b6907" providerId="ADAL" clId="{FA64414F-8AA4-48D9-9729-33731B311A48}" dt="2022-07-12T20:25:40.148" v="6869" actId="20577"/>
          <ac:spMkLst>
            <pc:docMk/>
            <pc:sldMk cId="2867397208" sldId="294"/>
            <ac:spMk id="9" creationId="{416D8DD7-6222-1A8B-2AF6-FD489F412E38}"/>
          </ac:spMkLst>
        </pc:spChg>
        <pc:picChg chg="add mod">
          <ac:chgData name="McGhee, Erick" userId="4daa4dd7-aeb4-4b85-913a-7420085b6907" providerId="ADAL" clId="{FA64414F-8AA4-48D9-9729-33731B311A48}" dt="2022-07-12T20:21:17.050" v="6854" actId="1038"/>
          <ac:picMkLst>
            <pc:docMk/>
            <pc:sldMk cId="2867397208" sldId="294"/>
            <ac:picMk id="5" creationId="{2BF6F70F-70CA-421D-F17B-41AAD7A1400B}"/>
          </ac:picMkLst>
        </pc:picChg>
        <pc:picChg chg="add mod">
          <ac:chgData name="McGhee, Erick" userId="4daa4dd7-aeb4-4b85-913a-7420085b6907" providerId="ADAL" clId="{FA64414F-8AA4-48D9-9729-33731B311A48}" dt="2022-07-12T20:27:18.994" v="6875" actId="14100"/>
          <ac:picMkLst>
            <pc:docMk/>
            <pc:sldMk cId="2867397208" sldId="294"/>
            <ac:picMk id="1026" creationId="{0A771816-8870-532B-C6C9-14C9EDE86B58}"/>
          </ac:picMkLst>
        </pc:picChg>
      </pc:sldChg>
    </pc:docChg>
  </pc:docChgLst>
  <pc:docChgLst>
    <pc:chgData name="Krobatsch, Thomas Johnson" userId="6534a74c-1e15-41db-a124-f23a50de631b" providerId="ADAL" clId="{1F009063-600C-483F-9239-9532FF7E22DC}"/>
    <pc:docChg chg="undo custSel modSld">
      <pc:chgData name="Krobatsch, Thomas Johnson" userId="6534a74c-1e15-41db-a124-f23a50de631b" providerId="ADAL" clId="{1F009063-600C-483F-9239-9532FF7E22DC}" dt="2022-07-13T14:07:36.039" v="360" actId="20577"/>
      <pc:docMkLst>
        <pc:docMk/>
      </pc:docMkLst>
      <pc:sldChg chg="modNotesTx">
        <pc:chgData name="Krobatsch, Thomas Johnson" userId="6534a74c-1e15-41db-a124-f23a50de631b" providerId="ADAL" clId="{1F009063-600C-483F-9239-9532FF7E22DC}" dt="2022-07-13T03:19:02.201" v="302" actId="6549"/>
        <pc:sldMkLst>
          <pc:docMk/>
          <pc:sldMk cId="2637085888" sldId="260"/>
        </pc:sldMkLst>
      </pc:sldChg>
      <pc:sldChg chg="modSp mod">
        <pc:chgData name="Krobatsch, Thomas Johnson" userId="6534a74c-1e15-41db-a124-f23a50de631b" providerId="ADAL" clId="{1F009063-600C-483F-9239-9532FF7E22DC}" dt="2022-07-13T02:22:26.052" v="0" actId="1076"/>
        <pc:sldMkLst>
          <pc:docMk/>
          <pc:sldMk cId="3369132321" sldId="272"/>
        </pc:sldMkLst>
        <pc:picChg chg="mod">
          <ac:chgData name="Krobatsch, Thomas Johnson" userId="6534a74c-1e15-41db-a124-f23a50de631b" providerId="ADAL" clId="{1F009063-600C-483F-9239-9532FF7E22DC}" dt="2022-07-13T02:22:26.052" v="0" actId="1076"/>
          <ac:picMkLst>
            <pc:docMk/>
            <pc:sldMk cId="3369132321" sldId="272"/>
            <ac:picMk id="3" creationId="{C89D9A2E-CF05-056A-C0FB-FC2B2C41CADC}"/>
          </ac:picMkLst>
        </pc:picChg>
      </pc:sldChg>
      <pc:sldChg chg="modSp mod modNotesTx">
        <pc:chgData name="Krobatsch, Thomas Johnson" userId="6534a74c-1e15-41db-a124-f23a50de631b" providerId="ADAL" clId="{1F009063-600C-483F-9239-9532FF7E22DC}" dt="2022-07-13T14:07:36.039" v="360" actId="20577"/>
        <pc:sldMkLst>
          <pc:docMk/>
          <pc:sldMk cId="4141389629" sldId="285"/>
        </pc:sldMkLst>
        <pc:spChg chg="mod">
          <ac:chgData name="Krobatsch, Thomas Johnson" userId="6534a74c-1e15-41db-a124-f23a50de631b" providerId="ADAL" clId="{1F009063-600C-483F-9239-9532FF7E22DC}" dt="2022-07-13T02:22:30.380" v="1" actId="1076"/>
          <ac:spMkLst>
            <pc:docMk/>
            <pc:sldMk cId="4141389629" sldId="285"/>
            <ac:spMk id="2" creationId="{0AECD03A-F280-8B4C-9A81-D92826F50C09}"/>
          </ac:spMkLst>
        </pc:spChg>
        <pc:spChg chg="mod">
          <ac:chgData name="Krobatsch, Thomas Johnson" userId="6534a74c-1e15-41db-a124-f23a50de631b" providerId="ADAL" clId="{1F009063-600C-483F-9239-9532FF7E22DC}" dt="2022-07-13T02:22:32.660" v="2" actId="1076"/>
          <ac:spMkLst>
            <pc:docMk/>
            <pc:sldMk cId="4141389629" sldId="285"/>
            <ac:spMk id="3" creationId="{939360D2-C51D-BA40-BCEC-1D750CDF884A}"/>
          </ac:spMkLst>
        </pc:spChg>
      </pc:sldChg>
      <pc:sldChg chg="modNotesTx">
        <pc:chgData name="Krobatsch, Thomas Johnson" userId="6534a74c-1e15-41db-a124-f23a50de631b" providerId="ADAL" clId="{1F009063-600C-483F-9239-9532FF7E22DC}" dt="2022-07-13T14:02:50.052" v="325" actId="20577"/>
        <pc:sldMkLst>
          <pc:docMk/>
          <pc:sldMk cId="4104521371" sldId="289"/>
        </pc:sldMkLst>
      </pc:sldChg>
      <pc:sldChg chg="modNotesTx">
        <pc:chgData name="Krobatsch, Thomas Johnson" userId="6534a74c-1e15-41db-a124-f23a50de631b" providerId="ADAL" clId="{1F009063-600C-483F-9239-9532FF7E22DC}" dt="2022-07-13T03:16:18.543" v="299" actId="20577"/>
        <pc:sldMkLst>
          <pc:docMk/>
          <pc:sldMk cId="171600550" sldId="292"/>
        </pc:sldMkLst>
      </pc:sldChg>
      <pc:sldChg chg="modNotesTx">
        <pc:chgData name="Krobatsch, Thomas Johnson" userId="6534a74c-1e15-41db-a124-f23a50de631b" providerId="ADAL" clId="{1F009063-600C-483F-9239-9532FF7E22DC}" dt="2022-07-13T03:18:12.066" v="301" actId="5793"/>
        <pc:sldMkLst>
          <pc:docMk/>
          <pc:sldMk cId="2867397208" sldId="29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CB9A34-9B80-45AE-B821-E59AEDA80401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D91830-691E-4197-BAB3-89798303445A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Dynamic configuration files</a:t>
          </a:r>
        </a:p>
      </dgm:t>
    </dgm:pt>
    <dgm:pt modelId="{84F8FCA8-580D-435C-9858-9819EB90B93B}" type="parTrans" cxnId="{718D97AA-01E3-4048-A997-C018E1FF4C47}">
      <dgm:prSet/>
      <dgm:spPr/>
    </dgm:pt>
    <dgm:pt modelId="{CEC3597C-9B4C-4EEC-85EA-F3F53CE23926}" type="sibTrans" cxnId="{718D97AA-01E3-4048-A997-C018E1FF4C47}">
      <dgm:prSet phldrT="1" phldr="0"/>
      <dgm:spPr/>
      <dgm:t>
        <a:bodyPr/>
        <a:lstStyle/>
        <a:p>
          <a:endParaRPr lang="en-US"/>
        </a:p>
      </dgm:t>
    </dgm:pt>
    <dgm:pt modelId="{259F1ACC-9CEF-420E-8238-45F5F591BC95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Auto-discovery</a:t>
          </a:r>
        </a:p>
      </dgm:t>
    </dgm:pt>
    <dgm:pt modelId="{D3CC8FB6-94C6-4321-ACBF-25ACE145815D}" type="parTrans" cxnId="{44561328-F73C-40B5-9E62-CA359E055395}">
      <dgm:prSet/>
      <dgm:spPr/>
    </dgm:pt>
    <dgm:pt modelId="{8D997C28-49F5-4EA6-89D5-A7E308587CB0}" type="sibTrans" cxnId="{44561328-F73C-40B5-9E62-CA359E055395}">
      <dgm:prSet phldrT="2" phldr="0"/>
      <dgm:spPr/>
      <dgm:t>
        <a:bodyPr/>
        <a:lstStyle/>
        <a:p>
          <a:endParaRPr lang="en-US"/>
        </a:p>
      </dgm:t>
    </dgm:pt>
    <dgm:pt modelId="{76CDED68-1622-45C2-A4EE-680274B96686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Large Groupings</a:t>
          </a:r>
        </a:p>
      </dgm:t>
    </dgm:pt>
    <dgm:pt modelId="{3DCAF49C-15B9-4FAF-AEDC-F19B52598BA0}" type="parTrans" cxnId="{2335BEC5-6A44-4423-ADF8-314B32B0A50C}">
      <dgm:prSet/>
      <dgm:spPr/>
    </dgm:pt>
    <dgm:pt modelId="{33BF3160-1F33-4A05-9FAD-3C3986AE2F50}" type="sibTrans" cxnId="{2335BEC5-6A44-4423-ADF8-314B32B0A50C}">
      <dgm:prSet phldrT="3" phldr="0"/>
      <dgm:spPr/>
      <dgm:t>
        <a:bodyPr/>
        <a:lstStyle/>
        <a:p>
          <a:endParaRPr lang="en-US"/>
        </a:p>
      </dgm:t>
    </dgm:pt>
    <dgm:pt modelId="{5C51597D-D50F-4C1F-BF7B-43F2F414847D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GUI</a:t>
          </a:r>
        </a:p>
      </dgm:t>
    </dgm:pt>
    <dgm:pt modelId="{20041636-8A21-4DF7-9F55-BCB204FA8398}" type="parTrans" cxnId="{D65DC08C-3C9F-4B7A-8E6F-AF3A9B900AD3}">
      <dgm:prSet/>
      <dgm:spPr/>
    </dgm:pt>
    <dgm:pt modelId="{6D4701E3-9933-4934-B2ED-7DBA526826B2}" type="sibTrans" cxnId="{D65DC08C-3C9F-4B7A-8E6F-AF3A9B900AD3}">
      <dgm:prSet phldrT="4" phldr="0"/>
      <dgm:spPr/>
      <dgm:t>
        <a:bodyPr/>
        <a:lstStyle/>
        <a:p>
          <a:endParaRPr lang="en-US"/>
        </a:p>
      </dgm:t>
    </dgm:pt>
    <dgm:pt modelId="{5EAEDDFE-A395-4E18-9440-97D4BEF736D1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IPv6</a:t>
          </a:r>
        </a:p>
      </dgm:t>
    </dgm:pt>
    <dgm:pt modelId="{C7A75C2C-CF53-49E9-87CB-867D26AFCFA9}" type="parTrans" cxnId="{0A7604FD-2D02-4975-A546-D170E3D662BE}">
      <dgm:prSet/>
      <dgm:spPr/>
    </dgm:pt>
    <dgm:pt modelId="{93D2B077-0431-4887-B99D-55DE53496D2C}" type="sibTrans" cxnId="{0A7604FD-2D02-4975-A546-D170E3D662BE}">
      <dgm:prSet phldrT="5" phldr="0"/>
      <dgm:spPr/>
      <dgm:t>
        <a:bodyPr/>
        <a:lstStyle/>
        <a:p>
          <a:endParaRPr lang="en-US"/>
        </a:p>
      </dgm:t>
    </dgm:pt>
    <dgm:pt modelId="{C7AD1C84-FFBC-4D00-8223-9D86FC556077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Other DHCP/DNS packages</a:t>
          </a:r>
        </a:p>
      </dgm:t>
    </dgm:pt>
    <dgm:pt modelId="{25446719-1088-43DB-866E-0BDCB4C6F3A2}" type="parTrans" cxnId="{8FF5E8CB-6B86-4B90-8F46-112E8A7A15B8}">
      <dgm:prSet/>
      <dgm:spPr/>
    </dgm:pt>
    <dgm:pt modelId="{829BC77B-0024-410E-9614-135B228BF43F}" type="sibTrans" cxnId="{8FF5E8CB-6B86-4B90-8F46-112E8A7A15B8}">
      <dgm:prSet phldrT="6" phldr="0"/>
      <dgm:spPr/>
      <dgm:t>
        <a:bodyPr/>
        <a:lstStyle/>
        <a:p>
          <a:endParaRPr lang="en-US"/>
        </a:p>
      </dgm:t>
    </dgm:pt>
    <dgm:pt modelId="{E93F4BBC-4DDD-4213-B8D6-678FE0696CDA}" type="pres">
      <dgm:prSet presAssocID="{D9CB9A34-9B80-45AE-B821-E59AEDA80401}" presName="diagram" presStyleCnt="0">
        <dgm:presLayoutVars>
          <dgm:dir/>
          <dgm:resizeHandles val="exact"/>
        </dgm:presLayoutVars>
      </dgm:prSet>
      <dgm:spPr/>
    </dgm:pt>
    <dgm:pt modelId="{2B40A57B-3BE4-46AB-9CA1-42E62BE0F812}" type="pres">
      <dgm:prSet presAssocID="{DAD91830-691E-4197-BAB3-89798303445A}" presName="node" presStyleLbl="node1" presStyleIdx="0" presStyleCnt="6">
        <dgm:presLayoutVars>
          <dgm:bulletEnabled val="1"/>
        </dgm:presLayoutVars>
      </dgm:prSet>
      <dgm:spPr/>
    </dgm:pt>
    <dgm:pt modelId="{30224637-DB89-47BB-A4B8-91C7FAC20BD0}" type="pres">
      <dgm:prSet presAssocID="{CEC3597C-9B4C-4EEC-85EA-F3F53CE23926}" presName="sibTrans" presStyleCnt="0"/>
      <dgm:spPr/>
    </dgm:pt>
    <dgm:pt modelId="{2685A8D6-9157-474B-A80E-7E8DAE8E1C31}" type="pres">
      <dgm:prSet presAssocID="{259F1ACC-9CEF-420E-8238-45F5F591BC95}" presName="node" presStyleLbl="node1" presStyleIdx="1" presStyleCnt="6">
        <dgm:presLayoutVars>
          <dgm:bulletEnabled val="1"/>
        </dgm:presLayoutVars>
      </dgm:prSet>
      <dgm:spPr/>
    </dgm:pt>
    <dgm:pt modelId="{F9F1C6D4-F839-4BEF-9A9F-66AB25700B9C}" type="pres">
      <dgm:prSet presAssocID="{8D997C28-49F5-4EA6-89D5-A7E308587CB0}" presName="sibTrans" presStyleCnt="0"/>
      <dgm:spPr/>
    </dgm:pt>
    <dgm:pt modelId="{422ACBF8-EDFE-4932-A584-14B93D6148C7}" type="pres">
      <dgm:prSet presAssocID="{76CDED68-1622-45C2-A4EE-680274B96686}" presName="node" presStyleLbl="node1" presStyleIdx="2" presStyleCnt="6">
        <dgm:presLayoutVars>
          <dgm:bulletEnabled val="1"/>
        </dgm:presLayoutVars>
      </dgm:prSet>
      <dgm:spPr/>
    </dgm:pt>
    <dgm:pt modelId="{6E52C86E-3715-4C5B-9FE5-0E12CF0D56FC}" type="pres">
      <dgm:prSet presAssocID="{33BF3160-1F33-4A05-9FAD-3C3986AE2F50}" presName="sibTrans" presStyleCnt="0"/>
      <dgm:spPr/>
    </dgm:pt>
    <dgm:pt modelId="{CAEAA438-8F51-442B-AC93-887F47BB0CED}" type="pres">
      <dgm:prSet presAssocID="{5C51597D-D50F-4C1F-BF7B-43F2F414847D}" presName="node" presStyleLbl="node1" presStyleIdx="3" presStyleCnt="6">
        <dgm:presLayoutVars>
          <dgm:bulletEnabled val="1"/>
        </dgm:presLayoutVars>
      </dgm:prSet>
      <dgm:spPr/>
    </dgm:pt>
    <dgm:pt modelId="{FA7AC962-C0A1-4D28-91E8-59863EE99BA8}" type="pres">
      <dgm:prSet presAssocID="{6D4701E3-9933-4934-B2ED-7DBA526826B2}" presName="sibTrans" presStyleCnt="0"/>
      <dgm:spPr/>
    </dgm:pt>
    <dgm:pt modelId="{87FF2868-BF34-46CA-811A-5355F725AE30}" type="pres">
      <dgm:prSet presAssocID="{5EAEDDFE-A395-4E18-9440-97D4BEF736D1}" presName="node" presStyleLbl="node1" presStyleIdx="4" presStyleCnt="6">
        <dgm:presLayoutVars>
          <dgm:bulletEnabled val="1"/>
        </dgm:presLayoutVars>
      </dgm:prSet>
      <dgm:spPr/>
    </dgm:pt>
    <dgm:pt modelId="{7D86D111-2AC7-408B-9C95-F38570F346A0}" type="pres">
      <dgm:prSet presAssocID="{93D2B077-0431-4887-B99D-55DE53496D2C}" presName="sibTrans" presStyleCnt="0"/>
      <dgm:spPr/>
    </dgm:pt>
    <dgm:pt modelId="{2D0B4CDE-1C0B-48D1-A843-49185BEB7C57}" type="pres">
      <dgm:prSet presAssocID="{C7AD1C84-FFBC-4D00-8223-9D86FC556077}" presName="node" presStyleLbl="node1" presStyleIdx="5" presStyleCnt="6">
        <dgm:presLayoutVars>
          <dgm:bulletEnabled val="1"/>
        </dgm:presLayoutVars>
      </dgm:prSet>
      <dgm:spPr/>
    </dgm:pt>
  </dgm:ptLst>
  <dgm:cxnLst>
    <dgm:cxn modelId="{1D731E02-35DA-4AF4-AB7B-50C7F6BC8883}" type="presOf" srcId="{5C51597D-D50F-4C1F-BF7B-43F2F414847D}" destId="{CAEAA438-8F51-442B-AC93-887F47BB0CED}" srcOrd="0" destOrd="0" presId="urn:microsoft.com/office/officeart/2005/8/layout/default"/>
    <dgm:cxn modelId="{44561328-F73C-40B5-9E62-CA359E055395}" srcId="{D9CB9A34-9B80-45AE-B821-E59AEDA80401}" destId="{259F1ACC-9CEF-420E-8238-45F5F591BC95}" srcOrd="1" destOrd="0" parTransId="{D3CC8FB6-94C6-4321-ACBF-25ACE145815D}" sibTransId="{8D997C28-49F5-4EA6-89D5-A7E308587CB0}"/>
    <dgm:cxn modelId="{849B933E-C905-4CA5-9ADD-50FE422CF778}" type="presOf" srcId="{76CDED68-1622-45C2-A4EE-680274B96686}" destId="{422ACBF8-EDFE-4932-A584-14B93D6148C7}" srcOrd="0" destOrd="0" presId="urn:microsoft.com/office/officeart/2005/8/layout/default"/>
    <dgm:cxn modelId="{F18BE64B-D381-487E-8E25-8F3DD2ACADEB}" type="presOf" srcId="{D9CB9A34-9B80-45AE-B821-E59AEDA80401}" destId="{E93F4BBC-4DDD-4213-B8D6-678FE0696CDA}" srcOrd="0" destOrd="0" presId="urn:microsoft.com/office/officeart/2005/8/layout/default"/>
    <dgm:cxn modelId="{09EA704E-06A9-4E30-9BC8-FF8143F89F70}" type="presOf" srcId="{259F1ACC-9CEF-420E-8238-45F5F591BC95}" destId="{2685A8D6-9157-474B-A80E-7E8DAE8E1C31}" srcOrd="0" destOrd="0" presId="urn:microsoft.com/office/officeart/2005/8/layout/default"/>
    <dgm:cxn modelId="{4A603C6F-ED4F-4E5E-90CC-BB16EF1A01EB}" type="presOf" srcId="{C7AD1C84-FFBC-4D00-8223-9D86FC556077}" destId="{2D0B4CDE-1C0B-48D1-A843-49185BEB7C57}" srcOrd="0" destOrd="0" presId="urn:microsoft.com/office/officeart/2005/8/layout/default"/>
    <dgm:cxn modelId="{D65DC08C-3C9F-4B7A-8E6F-AF3A9B900AD3}" srcId="{D9CB9A34-9B80-45AE-B821-E59AEDA80401}" destId="{5C51597D-D50F-4C1F-BF7B-43F2F414847D}" srcOrd="3" destOrd="0" parTransId="{20041636-8A21-4DF7-9F55-BCB204FA8398}" sibTransId="{6D4701E3-9933-4934-B2ED-7DBA526826B2}"/>
    <dgm:cxn modelId="{294BD694-5E83-49E8-A01B-FC29570991EF}" type="presOf" srcId="{DAD91830-691E-4197-BAB3-89798303445A}" destId="{2B40A57B-3BE4-46AB-9CA1-42E62BE0F812}" srcOrd="0" destOrd="0" presId="urn:microsoft.com/office/officeart/2005/8/layout/default"/>
    <dgm:cxn modelId="{9048CEA8-F016-481F-81F7-B80FF88A77DB}" type="presOf" srcId="{5EAEDDFE-A395-4E18-9440-97D4BEF736D1}" destId="{87FF2868-BF34-46CA-811A-5355F725AE30}" srcOrd="0" destOrd="0" presId="urn:microsoft.com/office/officeart/2005/8/layout/default"/>
    <dgm:cxn modelId="{718D97AA-01E3-4048-A997-C018E1FF4C47}" srcId="{D9CB9A34-9B80-45AE-B821-E59AEDA80401}" destId="{DAD91830-691E-4197-BAB3-89798303445A}" srcOrd="0" destOrd="0" parTransId="{84F8FCA8-580D-435C-9858-9819EB90B93B}" sibTransId="{CEC3597C-9B4C-4EEC-85EA-F3F53CE23926}"/>
    <dgm:cxn modelId="{2335BEC5-6A44-4423-ADF8-314B32B0A50C}" srcId="{D9CB9A34-9B80-45AE-B821-E59AEDA80401}" destId="{76CDED68-1622-45C2-A4EE-680274B96686}" srcOrd="2" destOrd="0" parTransId="{3DCAF49C-15B9-4FAF-AEDC-F19B52598BA0}" sibTransId="{33BF3160-1F33-4A05-9FAD-3C3986AE2F50}"/>
    <dgm:cxn modelId="{8FF5E8CB-6B86-4B90-8F46-112E8A7A15B8}" srcId="{D9CB9A34-9B80-45AE-B821-E59AEDA80401}" destId="{C7AD1C84-FFBC-4D00-8223-9D86FC556077}" srcOrd="5" destOrd="0" parTransId="{25446719-1088-43DB-866E-0BDCB4C6F3A2}" sibTransId="{829BC77B-0024-410E-9614-135B228BF43F}"/>
    <dgm:cxn modelId="{0A7604FD-2D02-4975-A546-D170E3D662BE}" srcId="{D9CB9A34-9B80-45AE-B821-E59AEDA80401}" destId="{5EAEDDFE-A395-4E18-9440-97D4BEF736D1}" srcOrd="4" destOrd="0" parTransId="{C7A75C2C-CF53-49E9-87CB-867D26AFCFA9}" sibTransId="{93D2B077-0431-4887-B99D-55DE53496D2C}"/>
    <dgm:cxn modelId="{17EFB326-D917-47BB-B4D6-E62F6FC024B0}" type="presParOf" srcId="{E93F4BBC-4DDD-4213-B8D6-678FE0696CDA}" destId="{2B40A57B-3BE4-46AB-9CA1-42E62BE0F812}" srcOrd="0" destOrd="0" presId="urn:microsoft.com/office/officeart/2005/8/layout/default"/>
    <dgm:cxn modelId="{1EB8E8D4-FCAF-4863-BCC0-A29C57281EAF}" type="presParOf" srcId="{E93F4BBC-4DDD-4213-B8D6-678FE0696CDA}" destId="{30224637-DB89-47BB-A4B8-91C7FAC20BD0}" srcOrd="1" destOrd="0" presId="urn:microsoft.com/office/officeart/2005/8/layout/default"/>
    <dgm:cxn modelId="{39D8B0C3-40E7-4E59-99E5-31FAA4E7C766}" type="presParOf" srcId="{E93F4BBC-4DDD-4213-B8D6-678FE0696CDA}" destId="{2685A8D6-9157-474B-A80E-7E8DAE8E1C31}" srcOrd="2" destOrd="0" presId="urn:microsoft.com/office/officeart/2005/8/layout/default"/>
    <dgm:cxn modelId="{AC8341B8-A11F-4499-B9E7-35F305E97137}" type="presParOf" srcId="{E93F4BBC-4DDD-4213-B8D6-678FE0696CDA}" destId="{F9F1C6D4-F839-4BEF-9A9F-66AB25700B9C}" srcOrd="3" destOrd="0" presId="urn:microsoft.com/office/officeart/2005/8/layout/default"/>
    <dgm:cxn modelId="{4E0F21F9-55E1-42A7-98B2-A92283490212}" type="presParOf" srcId="{E93F4BBC-4DDD-4213-B8D6-678FE0696CDA}" destId="{422ACBF8-EDFE-4932-A584-14B93D6148C7}" srcOrd="4" destOrd="0" presId="urn:microsoft.com/office/officeart/2005/8/layout/default"/>
    <dgm:cxn modelId="{4C49637C-FF4E-4FCD-8F99-8FB7B7AC8E32}" type="presParOf" srcId="{E93F4BBC-4DDD-4213-B8D6-678FE0696CDA}" destId="{6E52C86E-3715-4C5B-9FE5-0E12CF0D56FC}" srcOrd="5" destOrd="0" presId="urn:microsoft.com/office/officeart/2005/8/layout/default"/>
    <dgm:cxn modelId="{D4BDD429-C59D-45F5-B2F2-C2A9963A0694}" type="presParOf" srcId="{E93F4BBC-4DDD-4213-B8D6-678FE0696CDA}" destId="{CAEAA438-8F51-442B-AC93-887F47BB0CED}" srcOrd="6" destOrd="0" presId="urn:microsoft.com/office/officeart/2005/8/layout/default"/>
    <dgm:cxn modelId="{38D8611C-7F6F-4843-ACB5-B503D9259EF1}" type="presParOf" srcId="{E93F4BBC-4DDD-4213-B8D6-678FE0696CDA}" destId="{FA7AC962-C0A1-4D28-91E8-59863EE99BA8}" srcOrd="7" destOrd="0" presId="urn:microsoft.com/office/officeart/2005/8/layout/default"/>
    <dgm:cxn modelId="{3A5CD2EB-58E7-4CE6-8A49-44D6CB543170}" type="presParOf" srcId="{E93F4BBC-4DDD-4213-B8D6-678FE0696CDA}" destId="{87FF2868-BF34-46CA-811A-5355F725AE30}" srcOrd="8" destOrd="0" presId="urn:microsoft.com/office/officeart/2005/8/layout/default"/>
    <dgm:cxn modelId="{2B2A7817-7EFD-425F-8732-A8DB3BD3F8BD}" type="presParOf" srcId="{E93F4BBC-4DDD-4213-B8D6-678FE0696CDA}" destId="{7D86D111-2AC7-408B-9C95-F38570F346A0}" srcOrd="9" destOrd="0" presId="urn:microsoft.com/office/officeart/2005/8/layout/default"/>
    <dgm:cxn modelId="{4A097A6B-947D-4E94-AD8F-36E5E33DC2A9}" type="presParOf" srcId="{E93F4BBC-4DDD-4213-B8D6-678FE0696CDA}" destId="{2D0B4CDE-1C0B-48D1-A843-49185BEB7C5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0A57B-3BE4-46AB-9CA1-42E62BE0F812}">
      <dsp:nvSpPr>
        <dsp:cNvPr id="0" name=""/>
        <dsp:cNvSpPr/>
      </dsp:nvSpPr>
      <dsp:spPr>
        <a:xfrm>
          <a:off x="714732" y="1179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Dynamic configuration files</a:t>
          </a:r>
        </a:p>
      </dsp:txBody>
      <dsp:txXfrm>
        <a:off x="714732" y="1179"/>
        <a:ext cx="2839417" cy="1703650"/>
      </dsp:txXfrm>
    </dsp:sp>
    <dsp:sp modelId="{2685A8D6-9157-474B-A80E-7E8DAE8E1C31}">
      <dsp:nvSpPr>
        <dsp:cNvPr id="0" name=""/>
        <dsp:cNvSpPr/>
      </dsp:nvSpPr>
      <dsp:spPr>
        <a:xfrm>
          <a:off x="3838091" y="1179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Auto-discovery</a:t>
          </a:r>
        </a:p>
      </dsp:txBody>
      <dsp:txXfrm>
        <a:off x="3838091" y="1179"/>
        <a:ext cx="2839417" cy="1703650"/>
      </dsp:txXfrm>
    </dsp:sp>
    <dsp:sp modelId="{422ACBF8-EDFE-4932-A584-14B93D6148C7}">
      <dsp:nvSpPr>
        <dsp:cNvPr id="0" name=""/>
        <dsp:cNvSpPr/>
      </dsp:nvSpPr>
      <dsp:spPr>
        <a:xfrm>
          <a:off x="6961450" y="1179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Large Groupings</a:t>
          </a:r>
        </a:p>
      </dsp:txBody>
      <dsp:txXfrm>
        <a:off x="6961450" y="1179"/>
        <a:ext cx="2839417" cy="1703650"/>
      </dsp:txXfrm>
    </dsp:sp>
    <dsp:sp modelId="{CAEAA438-8F51-442B-AC93-887F47BB0CED}">
      <dsp:nvSpPr>
        <dsp:cNvPr id="0" name=""/>
        <dsp:cNvSpPr/>
      </dsp:nvSpPr>
      <dsp:spPr>
        <a:xfrm>
          <a:off x="714732" y="1988771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GUI</a:t>
          </a:r>
        </a:p>
      </dsp:txBody>
      <dsp:txXfrm>
        <a:off x="714732" y="1988771"/>
        <a:ext cx="2839417" cy="1703650"/>
      </dsp:txXfrm>
    </dsp:sp>
    <dsp:sp modelId="{87FF2868-BF34-46CA-811A-5355F725AE30}">
      <dsp:nvSpPr>
        <dsp:cNvPr id="0" name=""/>
        <dsp:cNvSpPr/>
      </dsp:nvSpPr>
      <dsp:spPr>
        <a:xfrm>
          <a:off x="3838091" y="1988771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IPv6</a:t>
          </a:r>
        </a:p>
      </dsp:txBody>
      <dsp:txXfrm>
        <a:off x="3838091" y="1988771"/>
        <a:ext cx="2839417" cy="1703650"/>
      </dsp:txXfrm>
    </dsp:sp>
    <dsp:sp modelId="{2D0B4CDE-1C0B-48D1-A843-49185BEB7C57}">
      <dsp:nvSpPr>
        <dsp:cNvPr id="0" name=""/>
        <dsp:cNvSpPr/>
      </dsp:nvSpPr>
      <dsp:spPr>
        <a:xfrm>
          <a:off x="6961450" y="1988771"/>
          <a:ext cx="2839417" cy="17036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Other DHCP/DNS packages</a:t>
          </a:r>
        </a:p>
      </dsp:txBody>
      <dsp:txXfrm>
        <a:off x="6961450" y="1988771"/>
        <a:ext cx="2839417" cy="1703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FA065-D19C-A348-8C27-A246C0DA9FDF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36466-1189-5646-A6E0-523F6CC2C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2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framework manage DHCP DNS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single file / which dup /errors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designed configuration management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Example deployment</a:t>
            </a:r>
            <a:endParaRPr lang="en-US">
              <a:cs typeface="Calibri"/>
            </a:endParaRPr>
          </a:p>
          <a:p>
            <a:pPr marL="628650" lvl="1" indent="-171450">
              <a:buFont typeface="Arial"/>
              <a:buChar char="•"/>
            </a:pPr>
            <a:endParaRPr lang="en-US">
              <a:cs typeface="Calibri"/>
            </a:endParaRPr>
          </a:p>
          <a:p>
            <a:pPr marL="628650" lvl="1" indent="-171450">
              <a:buFont typeface="Arial"/>
              <a:buChar char="•"/>
            </a:pPr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Motivated / </a:t>
            </a:r>
            <a:r>
              <a:rPr lang="en-US" err="1">
                <a:cs typeface="Calibri"/>
              </a:rPr>
              <a:t>dhcpd</a:t>
            </a:r>
            <a:r>
              <a:rPr lang="en-US">
                <a:cs typeface="Calibri"/>
              </a:rPr>
              <a:t> / older bind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DHCP / DNS</a:t>
            </a:r>
            <a:endParaRPr lang="en-US">
              <a:cs typeface="+mn-cs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DHCP – assigns temp address connecting network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DNS – like a phone book, maps name address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Laptop </a:t>
            </a:r>
            <a:r>
              <a:rPr lang="en-US" err="1">
                <a:cs typeface="Calibri"/>
              </a:rPr>
              <a:t>wifi</a:t>
            </a:r>
            <a:r>
              <a:rPr lang="en-US">
                <a:cs typeface="Calibri"/>
              </a:rPr>
              <a:t>, assigned address unique to device by DHCP </a:t>
            </a:r>
          </a:p>
          <a:p>
            <a:pPr marL="742950" lvl="1" indent="-285750">
              <a:buFont typeface="Arial"/>
              <a:buChar char="•"/>
            </a:pPr>
            <a:r>
              <a:rPr lang="en-US" err="1">
                <a:cs typeface="Calibri"/>
              </a:rPr>
              <a:t>pearc</a:t>
            </a:r>
            <a:r>
              <a:rPr lang="en-US">
                <a:cs typeface="Calibri"/>
              </a:rPr>
              <a:t> address - translates human readable to IP address</a:t>
            </a:r>
          </a:p>
          <a:p>
            <a:pPr marL="742950" lvl="1" indent="-285750">
              <a:buFont typeface="Arial"/>
              <a:buChar char="•"/>
            </a:pPr>
            <a:r>
              <a:rPr lang="en-US" err="1"/>
              <a:t>Misconfig</a:t>
            </a:r>
            <a:r>
              <a:rPr lang="en-US"/>
              <a:t> network traffic stops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Mission critical almost all networks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Configuration management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Because / Human error / config review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Push known good config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Restart in last known good config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How stuff was done before 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2 config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Not easily human readable - duplicated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cs typeface="Calibri"/>
              </a:rPr>
              <a:t>Add host - Multistep, pushing configs, &amp; restarting services</a:t>
            </a:r>
          </a:p>
          <a:p>
            <a:pPr marL="1200150" lvl="1" indent="-285750">
              <a:buFont typeface="Arial"/>
              <a:buChar char="•"/>
            </a:pPr>
            <a:endParaRPr lang="en-US">
              <a:cs typeface="Calibri"/>
            </a:endParaRPr>
          </a:p>
          <a:p>
            <a:pPr marL="1200150" lvl="1" indent="-285750">
              <a:buFont typeface="Arial"/>
              <a:buChar char="•"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5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 panose="020F0502020204030204"/>
              </a:rPr>
              <a:t>- ISC – </a:t>
            </a:r>
            <a:r>
              <a:rPr lang="en-US"/>
              <a:t>Internet Systems Consortium</a:t>
            </a:r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5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External – typically set to the next upstream DNS server, using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8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DHCP Servers Sequence</a:t>
            </a:r>
          </a:p>
          <a:p>
            <a:r>
              <a:rPr lang="en-US"/>
              <a:t>Defined by name</a:t>
            </a:r>
          </a:p>
          <a:p>
            <a:r>
              <a:rPr lang="en-US"/>
              <a:t>Includes IP address &amp; Role</a:t>
            </a:r>
          </a:p>
          <a:p>
            <a:r>
              <a:rPr lang="en-US"/>
              <a:t>Next Server defined separately</a:t>
            </a:r>
          </a:p>
          <a:p>
            <a:endParaRPr lang="en-US"/>
          </a:p>
          <a:p>
            <a:r>
              <a:rPr lang="en-US"/>
              <a:t>Internal DNS Servers</a:t>
            </a:r>
          </a:p>
          <a:p>
            <a:r>
              <a:rPr lang="en-US"/>
              <a:t>Defined by name</a:t>
            </a:r>
          </a:p>
          <a:p>
            <a:r>
              <a:rPr lang="en-US"/>
              <a:t>Includes IP &amp; Type</a:t>
            </a:r>
          </a:p>
          <a:p>
            <a:endParaRPr lang="en-US"/>
          </a:p>
          <a:p>
            <a:r>
              <a:rPr lang="en-US"/>
              <a:t>External DNS servers are a separate list of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66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</a:t>
            </a:r>
          </a:p>
          <a:p>
            <a:r>
              <a:rPr lang="en-US"/>
              <a:t>Identified by id</a:t>
            </a:r>
          </a:p>
          <a:p>
            <a:r>
              <a:rPr lang="en-US"/>
              <a:t>Id = </a:t>
            </a:r>
            <a:r>
              <a:rPr lang="en-US" err="1"/>
              <a:t>vlan</a:t>
            </a:r>
            <a:r>
              <a:rPr lang="en-US"/>
              <a:t> id</a:t>
            </a:r>
          </a:p>
          <a:p>
            <a:r>
              <a:rPr lang="en-US"/>
              <a:t>Required client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52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forward vs reverse?</a:t>
            </a:r>
          </a:p>
          <a:p>
            <a:endParaRPr lang="en-US"/>
          </a:p>
          <a:p>
            <a:r>
              <a:rPr lang="en-US"/>
              <a:t>Forward Zones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Name</a:t>
            </a:r>
            <a:endParaRPr lang="en-US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Can share File</a:t>
            </a:r>
            <a:endParaRPr lang="en-US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May contain:</a:t>
            </a:r>
            <a:endParaRPr lang="en-US"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Time to live</a:t>
            </a:r>
            <a:endParaRPr lang="en-US"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Minimum Time to live</a:t>
            </a:r>
            <a:endParaRPr lang="en-US"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Refresh, Retry, Expire – verifying </a:t>
            </a:r>
            <a:r>
              <a:rPr lang="en-US" err="1"/>
              <a:t>upr</a:t>
            </a:r>
            <a:r>
              <a:rPr lang="en-US"/>
              <a:t> updating phone book entry</a:t>
            </a:r>
            <a:endParaRPr lang="en-US"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Base_ serial – in </a:t>
            </a:r>
            <a:r>
              <a:rPr lang="en-US" err="1"/>
              <a:t>laymans</a:t>
            </a:r>
            <a:r>
              <a:rPr lang="en-US"/>
              <a:t> a version number</a:t>
            </a:r>
            <a:endParaRPr lang="en-US">
              <a:cs typeface="Calibri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Can be used to start at a specified serial number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Reverse Zones</a:t>
            </a:r>
            <a:endParaRPr lang="en-US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Name is name of the file</a:t>
            </a:r>
            <a:endParaRPr lang="en-US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Regex is subnet</a:t>
            </a:r>
            <a:endParaRPr lang="en-US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Context is equivalent to the number of significant octets defined by netmask</a:t>
            </a:r>
            <a:endParaRPr lang="en-US"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err="1"/>
              <a:t>Eg</a:t>
            </a:r>
            <a:r>
              <a:rPr lang="en-US"/>
              <a:t>: 255.0.0.0 = 3, 255.255.255.0 = 1, 255.255.255.128 = 1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48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Hosts defined in sequence identified by Name</a:t>
            </a:r>
          </a:p>
          <a:p>
            <a:r>
              <a:rPr lang="en-US"/>
              <a:t>Each host may contain many records</a:t>
            </a:r>
          </a:p>
          <a:p>
            <a:r>
              <a:rPr lang="en-US"/>
              <a:t>Records contain properties necessary to define DHCP Reservations &amp; DNS Records</a:t>
            </a:r>
          </a:p>
          <a:p>
            <a:r>
              <a:rPr lang="en-US"/>
              <a:t>DNS records require Zone Name, Target</a:t>
            </a:r>
          </a:p>
          <a:p>
            <a:r>
              <a:rPr lang="en-US"/>
              <a:t>DHCP Reservations require MAC Address</a:t>
            </a:r>
          </a:p>
          <a:p>
            <a:r>
              <a:rPr lang="en-US"/>
              <a:t>May also include Source, DNS Resource Record Type, Comment, Time to Live, and DHCP Options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12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cs typeface="Calibri"/>
              </a:rPr>
              <a:t>File Design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1</a:t>
            </a:r>
            <a:r>
              <a:rPr lang="en-US" baseline="30000">
                <a:cs typeface="Calibri"/>
              </a:rPr>
              <a:t>st</a:t>
            </a:r>
            <a:r>
              <a:rPr lang="en-US">
                <a:cs typeface="Calibri"/>
              </a:rPr>
              <a:t> organize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By Zone logical to Host – Multiple entries – Duplicates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DHCP options global to subnet then hosts. All levels</a:t>
            </a:r>
          </a:p>
          <a:p>
            <a:pPr marL="171450" lvl="0" indent="-171450">
              <a:buFont typeface="Arial"/>
              <a:buChar char="•"/>
            </a:pPr>
            <a:r>
              <a:rPr lang="en-US">
                <a:latin typeface="Avenir Next LT Pro"/>
                <a:cs typeface="Arial"/>
              </a:rPr>
              <a:t>Incompatible Syntaxes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YAML – Star Sig - Human readable - Filter Wildcard 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DHCP Option name dashes  – A</a:t>
            </a:r>
            <a:r>
              <a:rPr lang="en-US"/>
              <a:t>nsible variable names underscores instead of dashes.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>
                <a:cs typeface="Calibri"/>
              </a:rPr>
              <a:t>Deployment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Two policies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cs typeface="Calibri"/>
              </a:rPr>
              <a:t>Changes on </a:t>
            </a:r>
            <a:r>
              <a:rPr lang="en-US" err="1">
                <a:cs typeface="Calibri"/>
              </a:rPr>
              <a:t>netinfra</a:t>
            </a:r>
            <a:r>
              <a:rPr lang="en-US">
                <a:cs typeface="Calibri"/>
              </a:rPr>
              <a:t> branch</a:t>
            </a:r>
          </a:p>
          <a:p>
            <a:pPr marL="628650" lvl="0" indent="-171450">
              <a:buFont typeface="Arial"/>
              <a:buChar char="•"/>
            </a:pPr>
            <a:r>
              <a:rPr lang="en-US">
                <a:cs typeface="Calibri"/>
              </a:rPr>
              <a:t>Weekly code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03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Not fully dynamic / some elements static template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28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6466-1189-5646-A6E0-523F6CC2C6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39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A753349-856C-1E42-A89C-16544400CE2E}"/>
              </a:ext>
            </a:extLst>
          </p:cNvPr>
          <p:cNvGrpSpPr/>
          <p:nvPr userDrawn="1"/>
        </p:nvGrpSpPr>
        <p:grpSpPr>
          <a:xfrm>
            <a:off x="-408316" y="-2"/>
            <a:ext cx="12610743" cy="7462785"/>
            <a:chOff x="-408316" y="-2"/>
            <a:chExt cx="12610743" cy="7462785"/>
          </a:xfrm>
        </p:grpSpPr>
        <p:pic>
          <p:nvPicPr>
            <p:cNvPr id="8" name="Picture 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9E47E73-0399-594F-8A04-363A63566E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b="19634"/>
            <a:stretch/>
          </p:blipFill>
          <p:spPr>
            <a:xfrm>
              <a:off x="10427" y="5580147"/>
              <a:ext cx="12192000" cy="1277853"/>
            </a:xfrm>
            <a:prstGeom prst="rect">
              <a:avLst/>
            </a:prstGeom>
          </p:spPr>
        </p:pic>
        <p:pic>
          <p:nvPicPr>
            <p:cNvPr id="9" name="Picture 8" descr="Background pattern&#10;&#10;Description automatically generated with low confidence">
              <a:extLst>
                <a:ext uri="{FF2B5EF4-FFF2-40B4-BE49-F238E27FC236}">
                  <a16:creationId xmlns:a16="http://schemas.microsoft.com/office/drawing/2014/main" id="{4855E34D-9AAF-F24D-9F10-DE4F08AD92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24033"/>
            <a:stretch/>
          </p:blipFill>
          <p:spPr>
            <a:xfrm>
              <a:off x="0" y="-2"/>
              <a:ext cx="12192000" cy="1789754"/>
            </a:xfrm>
            <a:prstGeom prst="rect">
              <a:avLst/>
            </a:prstGeom>
          </p:spPr>
        </p:pic>
        <p:pic>
          <p:nvPicPr>
            <p:cNvPr id="10" name="Picture 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50326FB-4182-F643-B8A1-3F0B41449D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15000"/>
            </a:blip>
            <a:stretch>
              <a:fillRect/>
            </a:stretch>
          </p:blipFill>
          <p:spPr>
            <a:xfrm rot="705242">
              <a:off x="-408316" y="686455"/>
              <a:ext cx="7337282" cy="6776328"/>
            </a:xfrm>
            <a:prstGeom prst="rect">
              <a:avLst/>
            </a:prstGeom>
          </p:spPr>
        </p:pic>
        <p:pic>
          <p:nvPicPr>
            <p:cNvPr id="11" name="Picture 1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C7182F7-9599-D145-B343-1FA10A48AE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612538">
              <a:off x="9409695" y="3271432"/>
              <a:ext cx="2600483" cy="2401669"/>
            </a:xfrm>
            <a:prstGeom prst="rect">
              <a:avLst/>
            </a:prstGeom>
          </p:spPr>
        </p:pic>
        <p:pic>
          <p:nvPicPr>
            <p:cNvPr id="12" name="Picture 11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3EAB1B8-713C-D948-B3FD-F29A64128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547956" y="4878952"/>
              <a:ext cx="1873250" cy="585390"/>
            </a:xfrm>
            <a:prstGeom prst="rect">
              <a:avLst/>
            </a:prstGeom>
          </p:spPr>
        </p:pic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A2313B1-F29F-80FD-9D23-85E88E4A2D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44028"/>
            <a:ext cx="9144000" cy="1001860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Names Go Here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E573E4-CAA2-444B-9984-D3F8B72C7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46275"/>
            <a:ext cx="10515600" cy="1655762"/>
          </a:xfrm>
        </p:spPr>
        <p:txBody>
          <a:bodyPr anchor="ctr">
            <a:normAutofit/>
          </a:bodyPr>
          <a:lstStyle>
            <a:lvl1pPr algn="l">
              <a:defRPr sz="5500"/>
            </a:lvl1pPr>
          </a:lstStyle>
          <a:p>
            <a:r>
              <a:rPr lang="en-US"/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86662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D8C3-0C75-269F-C35C-7FAA51B41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/>
              <a:t>Slide Title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B6908-BAEB-208E-AF18-2709A08AC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9125"/>
            <a:ext cx="10515600" cy="3693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EBCB0-F1CD-5544-B3F9-8F276EBA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6E1AE-D009-EB48-9F10-2A94E9C6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44C4F-33F6-8B49-B7D3-5B127E37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99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E220-C0C3-C257-2C20-72D1CD264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64727"/>
            <a:ext cx="10515600" cy="1500187"/>
          </a:xfrm>
        </p:spPr>
        <p:txBody>
          <a:bodyPr anchor="ctr">
            <a:normAutofit/>
          </a:bodyPr>
          <a:lstStyle>
            <a:lvl1pPr>
              <a:defRPr sz="55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5970-5DFE-8695-229B-526CECFDC3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764914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51D66-2022-4AE0-B9F0-294A9A4C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133B1-35CB-943F-63FD-2D98E1F9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61F4-65F0-C184-6781-9592012B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8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B578-FC41-02D4-449A-188C6257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4E36-F3E4-AE13-FF31-B7987005E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6934" y="1891821"/>
            <a:ext cx="5181600" cy="3708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BE6A-7CE1-CE9E-FA78-190795106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91820"/>
            <a:ext cx="5181600" cy="3708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EBE35-8A51-979B-3CFF-56E4E62E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FD8A1-DE7C-9DFA-832C-4A95E068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D692E-C9DC-A7CB-88A3-440A48B6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4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DADD-14CC-70E2-0E75-0E769A0B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2507"/>
            <a:ext cx="10515600" cy="92514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68BC7-FEE7-B2CC-8291-B63F6D2E81B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81188"/>
            <a:ext cx="5157787" cy="623886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Comparison Subtitle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35283-6F70-EBB7-CB99-3C6279BA7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95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C73CD-32DE-BA8B-796B-58880847457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81187"/>
            <a:ext cx="5183188" cy="623887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Comparison Subtitle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04328-C526-F80D-9FCD-8462D80B8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91552-4CC6-F19B-BF71-3D9456F9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74BC5-A9FD-D0A6-5461-74DB1BE66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09D75-579F-8782-0110-ED91EC91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7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EC9E-86C9-774C-2B22-4D4F5C3E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7F550-D358-34FA-3300-9C4A4C3C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C93F1-EED5-108E-1B97-9BD518C1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8195F-6E35-CA70-30F4-FACA7049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5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2ADBF-9B59-BF5C-01A6-616DEDDB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1C860-0739-6D55-5C4C-5BA14236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F8040-179B-F483-149B-A2E56DE2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4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60CD-BE30-5086-517A-3EB3659B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9380-17AC-D532-EDD8-9BEDA142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6132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69FB6-8E5E-E96B-88AD-FE246A449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433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284-2013-8203-01DB-C78E0903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683-B3D9-A499-BA4A-744DCE6B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AA5DC-FE10-03DF-BCDA-682DCC09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3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548C-CE8A-C467-8CA7-2BF390F1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70ACA-A34F-9F41-0CB4-E539B6366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0B743-66DE-A9B4-DF08-C3212363E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7A25D-F97F-5134-241D-D7C9B4B9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D446C-1E50-869E-C556-9F65C94A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E669B-5BD4-3D40-1BCD-228AAAE6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4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77F8-0D73-3348-9689-D2F4CC5D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0DB48-F57A-7576-794E-785CF24DB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A6089-A164-5669-9203-0FF7E601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57B1-D2EE-4CCE-F542-66CD63DD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20BF-4F70-C1F9-66CF-D8554295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5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EF2FE-ACC0-94A5-3DD7-12CD6F714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E5659-C7ED-7920-5A08-AF30CB928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2309F-7D9A-D976-1764-A851A219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46BD-1C57-8955-FAE1-9AC30E81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C1A9E-D07E-8E07-B6DB-707A4E34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4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CD35D-9CF1-B21D-A4BE-548F626C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F61E6-79C4-7CBC-63D2-07143490A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71D75E87-3813-E242-9C27-4669D0419F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20000"/>
          </a:blip>
          <a:srcRect r="17907" b="9898"/>
          <a:stretch/>
        </p:blipFill>
        <p:spPr>
          <a:xfrm>
            <a:off x="5816600" y="-876302"/>
            <a:ext cx="6375400" cy="646239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DBD7F64-E40E-C540-AE93-2379DC9F626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23411" y="270290"/>
            <a:ext cx="2027516" cy="633599"/>
          </a:xfrm>
          <a:prstGeom prst="rect">
            <a:avLst/>
          </a:prstGeom>
        </p:spPr>
      </p:pic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A96CF15F-7D74-EE4E-9786-7E49B8D344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9846"/>
          <a:stretch/>
        </p:blipFill>
        <p:spPr>
          <a:xfrm>
            <a:off x="0" y="5733094"/>
            <a:ext cx="12192000" cy="11249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C5CAE-7924-0AA0-0ABE-7B1D59A7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2623"/>
            <a:ext cx="10515600" cy="921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C053A-6EA7-AC75-3486-54DC6FA18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934" y="1888492"/>
            <a:ext cx="10515600" cy="371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594FE-BC21-9384-92BE-5C89A2FDA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437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fld id="{0FA2874F-6CD6-E142-9BB3-50B7B2D148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venir Next LT Pro" panose="020B0504020202020204" pitchFamily="34" charset="77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5" userDrawn="1">
          <p15:clr>
            <a:srgbClr val="F26B43"/>
          </p15:clr>
        </p15:guide>
        <p15:guide id="2" pos="509" userDrawn="1">
          <p15:clr>
            <a:srgbClr val="F26B43"/>
          </p15:clr>
        </p15:guide>
        <p15:guide id="3" orient="horz" pos="552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isc.org/images/isclogos/Bind_9_Mark_ISC_Blue.png" TargetMode="External"/><Relationship Id="rId4" Type="http://schemas.openxmlformats.org/officeDocument/2006/relationships/hyperlink" Target="https://www.isc.org/images/isclogos/kea-imageonly-250.p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nja.palletsprojects.com/en/3.1.x/_images/jinja-logo.png" TargetMode="External"/><Relationship Id="rId5" Type="http://schemas.openxmlformats.org/officeDocument/2006/relationships/hyperlink" Target="https://commons.wikimedia.org/wiki/File:Ansible_Logo.png" TargetMode="Externa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C0EDDA7-BE62-CB41-8AE7-3AD361BA2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22432"/>
            <a:ext cx="9144000" cy="1001860"/>
          </a:xfrm>
        </p:spPr>
        <p:txBody>
          <a:bodyPr>
            <a:normAutofit fontScale="70000" lnSpcReduction="20000"/>
          </a:bodyPr>
          <a:lstStyle/>
          <a:p>
            <a:r>
              <a:rPr lang="en-US">
                <a:effectLst/>
                <a:latin typeface="Arial" panose="020B0604020202020204" pitchFamily="34" charset="0"/>
              </a:rPr>
              <a:t>Erick McGhee, Tom Krobatsch, and Stephen Milton</a:t>
            </a:r>
          </a:p>
          <a:p>
            <a:r>
              <a:rPr lang="en-US">
                <a:effectLst/>
                <a:latin typeface="Arial" panose="020B0604020202020204" pitchFamily="34" charset="0"/>
              </a:rPr>
              <a:t>National Institute for Computational Sciences</a:t>
            </a:r>
          </a:p>
          <a:p>
            <a:r>
              <a:rPr lang="en-US">
                <a:effectLst/>
                <a:latin typeface="Arial" panose="020B0604020202020204" pitchFamily="34" charset="0"/>
              </a:rPr>
              <a:t>University of Tennessee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C8F40-59CA-234C-AB15-C7962E25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0767"/>
            <a:ext cx="10515600" cy="1394802"/>
          </a:xfrm>
        </p:spPr>
        <p:txBody>
          <a:bodyPr>
            <a:noAutofit/>
          </a:bodyPr>
          <a:lstStyle/>
          <a:p>
            <a:r>
              <a:rPr lang="en-US" sz="4800">
                <a:effectLst/>
                <a:latin typeface="Arial" panose="020B0604020202020204" pitchFamily="34" charset="0"/>
              </a:rPr>
              <a:t>NetInfra -</a:t>
            </a:r>
            <a:br>
              <a:rPr lang="en-US" sz="4800">
                <a:latin typeface="Arial" panose="020B0604020202020204" pitchFamily="34" charset="0"/>
              </a:rPr>
            </a:br>
            <a:r>
              <a:rPr lang="en-US" sz="3600">
                <a:effectLst/>
                <a:latin typeface="Arial" panose="020B0604020202020204" pitchFamily="34" charset="0"/>
              </a:rPr>
              <a:t>A Framework for Expressing Network Infrastructure as Code</a:t>
            </a:r>
            <a:endParaRPr lang="en-US" sz="3600" spc="-100">
              <a:cs typeface="High Tower Text" panose="020F0502020204030204" pitchFamily="34" charset="0"/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F433FC43-5D64-48B3-CA60-AA129CE21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464378"/>
            <a:ext cx="1672367" cy="1324781"/>
          </a:xfrm>
          <a:prstGeom prst="rect">
            <a:avLst/>
          </a:prstGeom>
        </p:spPr>
      </p:pic>
      <p:pic>
        <p:nvPicPr>
          <p:cNvPr id="9" name="Picture 8" descr="A picture containing kitchen appliance&#10;&#10;Description automatically generated">
            <a:extLst>
              <a:ext uri="{FF2B5EF4-FFF2-40B4-BE49-F238E27FC236}">
                <a16:creationId xmlns:a16="http://schemas.microsoft.com/office/drawing/2014/main" id="{5A6F6D93-E124-B235-4974-F06EAF6D9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554" y="5126768"/>
            <a:ext cx="1430950" cy="3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8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>
                <a:latin typeface="Avenir Next LT Pro"/>
                <a:cs typeface="Arial"/>
              </a:rPr>
              <a:t>Background</a:t>
            </a:r>
            <a:endParaRPr lang="en-US"/>
          </a:p>
        </p:txBody>
      </p:sp>
      <p:pic>
        <p:nvPicPr>
          <p:cNvPr id="5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4BF3E268-DFA1-4CD5-17D2-89DE65BA9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234091"/>
            <a:ext cx="6172200" cy="411994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60D2-C51D-BA40-BCEC-1D750CDF8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42936"/>
            <a:ext cx="3932237" cy="29577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600">
                <a:latin typeface="Avenir Next LT Pro"/>
                <a:cs typeface="Arial"/>
              </a:rPr>
              <a:t>Kea/Bind 9</a:t>
            </a:r>
            <a:endParaRPr lang="en-US" sz="2600"/>
          </a:p>
          <a:p>
            <a:pPr marL="342900" indent="-342900">
              <a:buChar char="•"/>
            </a:pPr>
            <a:r>
              <a:rPr lang="en-US" sz="2600">
                <a:latin typeface="Avenir Next LT Pro"/>
                <a:cs typeface="Arial"/>
              </a:rPr>
              <a:t>Configuration management</a:t>
            </a:r>
          </a:p>
          <a:p>
            <a:pPr marL="342900" indent="-342900">
              <a:buChar char="•"/>
            </a:pPr>
            <a:r>
              <a:rPr lang="en-US" sz="2600">
                <a:latin typeface="Avenir Next LT Pro"/>
                <a:cs typeface="Arial"/>
              </a:rPr>
              <a:t>NetInfra as a bridge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7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CFC46-945D-F5A1-6855-A94163A850E8}"/>
              </a:ext>
            </a:extLst>
          </p:cNvPr>
          <p:cNvSpPr txBox="1"/>
          <p:nvPr/>
        </p:nvSpPr>
        <p:spPr>
          <a:xfrm>
            <a:off x="0" y="6673184"/>
            <a:ext cx="91353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</a:rPr>
              <a:t>ISC-Kea Logo: 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https://www.isc.org/images/isclogos/kea-imageonly-250.png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</a:rPr>
              <a:t> // ISC-Bind9 Logo: 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https://www.isc.org/images/isclogos/Bind_9_Mark_ISC_Blue.png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52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7681-4B65-10F7-5C12-A8BFF975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A290-1F45-7BE7-DE10-0D346AB9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3514A-06D2-65D9-78F9-294D26BD68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/>
            <a:r>
              <a:rPr lang="en-US"/>
              <a:t>Single File</a:t>
            </a:r>
          </a:p>
          <a:p>
            <a:pPr marL="342900" indent="-342900"/>
            <a:r>
              <a:rPr lang="en-US"/>
              <a:t>DHCP &amp; DNS Servers, Subnets, &amp; Zones</a:t>
            </a:r>
          </a:p>
          <a:p>
            <a:pPr marL="342900" indent="-342900"/>
            <a:r>
              <a:rPr lang="en-US"/>
              <a:t>All Hosts</a:t>
            </a:r>
          </a:p>
          <a:p>
            <a:pPr marL="342900" indent="-342900"/>
            <a:r>
              <a:rPr lang="en-US"/>
              <a:t>Ansible Compatible</a:t>
            </a:r>
          </a:p>
          <a:p>
            <a:pPr marL="342900" indent="-342900"/>
            <a:r>
              <a:rPr lang="en-US"/>
              <a:t>ISC-Kea &amp; ISC-Bind naming conventions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967E9-06BF-73AB-4AE9-4F5392EA1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7DC8C-A4DA-B321-59C1-9D1D258474C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Human Readable</a:t>
            </a:r>
          </a:p>
          <a:p>
            <a:r>
              <a:rPr lang="en-US"/>
              <a:t>Single Source of Truth</a:t>
            </a:r>
          </a:p>
          <a:p>
            <a:r>
              <a:rPr lang="en-US"/>
              <a:t>Single Structure to Learn</a:t>
            </a:r>
          </a:p>
          <a:p>
            <a:r>
              <a:rPr lang="en-US"/>
              <a:t>Error Checking</a:t>
            </a:r>
          </a:p>
          <a:p>
            <a:r>
              <a:rPr lang="en-US"/>
              <a:t>Easily Modified &amp; Extendable</a:t>
            </a:r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ECB3C-F967-0FE8-7353-76217E2F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5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921EF-CE2B-C24F-BA02-4FA9C2DD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AC4B579-6C7F-76DC-11AA-8BB0B8EC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55" y="819808"/>
            <a:ext cx="9457890" cy="47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0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7681-4B65-10F7-5C12-A8BFF975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Declarations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A290-1F45-7BE7-DE10-0D346AB9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DHCP Servers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967E9-06BF-73AB-4AE9-4F5392EA1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DNS Servers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ECB3C-F967-0FE8-7353-76217E2F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5</a:t>
            </a:fld>
            <a:endParaRPr lang="en-US"/>
          </a:p>
        </p:txBody>
      </p:sp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2E9272A8-564D-1E84-D0ED-82489485D2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5163" y="2398542"/>
            <a:ext cx="5157787" cy="3024798"/>
          </a:xfrm>
        </p:spPr>
      </p:pic>
      <p:pic>
        <p:nvPicPr>
          <p:cNvPr id="10" name="Content Placeholder 14">
            <a:extLst>
              <a:ext uri="{FF2B5EF4-FFF2-40B4-BE49-F238E27FC236}">
                <a16:creationId xmlns:a16="http://schemas.microsoft.com/office/drawing/2014/main" id="{CCDE021F-AFA5-BE68-7CF2-2C21B95E5EA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94427" y="2505075"/>
            <a:ext cx="4096697" cy="3095625"/>
          </a:xfrm>
        </p:spPr>
      </p:pic>
    </p:spTree>
    <p:extLst>
      <p:ext uri="{BB962C8B-B14F-4D97-AF65-F5344CB8AC3E}">
        <p14:creationId xmlns:p14="http://schemas.microsoft.com/office/powerpoint/2010/main" val="48674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679" y="1010784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/>
              <a:t>DHCP Subnet Declarations</a:t>
            </a:r>
          </a:p>
        </p:txBody>
      </p:sp>
      <p:pic>
        <p:nvPicPr>
          <p:cNvPr id="13" name="Content Placeholder 12" descr="Text&#10;&#10;Description automatically generated">
            <a:extLst>
              <a:ext uri="{FF2B5EF4-FFF2-40B4-BE49-F238E27FC236}">
                <a16:creationId xmlns:a16="http://schemas.microsoft.com/office/drawing/2014/main" id="{F739AF95-4027-AC09-CFDA-810694A76B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tretch/>
        </p:blipFill>
        <p:spPr>
          <a:xfrm>
            <a:off x="4677862" y="536193"/>
            <a:ext cx="6813884" cy="4885753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60D2-C51D-BA40-BCEC-1D750CDF8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E14BF-F1F4-9C4A-B538-EDB12E59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7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7681-4B65-10F7-5C12-A8BFF975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DNS Zone Declarations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A290-1F45-7BE7-DE10-0D346AB9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Forward Zones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967E9-06BF-73AB-4AE9-4F5392EA1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Reverse Zones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ECB3C-F967-0FE8-7353-76217E2F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7</a:t>
            </a:fld>
            <a:endParaRPr lang="en-US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B360BC94-624D-5EF2-0201-1BACFD2364F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69366" y="2505075"/>
            <a:ext cx="3988856" cy="3095625"/>
          </a:xfrm>
        </p:spPr>
      </p:pic>
      <p:pic>
        <p:nvPicPr>
          <p:cNvPr id="9" name="Content Placeholder 10">
            <a:extLst>
              <a:ext uri="{FF2B5EF4-FFF2-40B4-BE49-F238E27FC236}">
                <a16:creationId xmlns:a16="http://schemas.microsoft.com/office/drawing/2014/main" id="{477B8E11-68C4-3417-DDF6-1B7FC6527D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156565" y="2505074"/>
            <a:ext cx="3484604" cy="3095625"/>
          </a:xfrm>
        </p:spPr>
      </p:pic>
    </p:spTree>
    <p:extLst>
      <p:ext uri="{BB962C8B-B14F-4D97-AF65-F5344CB8AC3E}">
        <p14:creationId xmlns:p14="http://schemas.microsoft.com/office/powerpoint/2010/main" val="93546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Host Declarations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001D8-5576-FF45-8AB2-E1738CF9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8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5B852E-C549-F079-D8FE-A000122B32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30418" y="1716391"/>
            <a:ext cx="5733142" cy="3794344"/>
          </a:xfrm>
        </p:spPr>
      </p:pic>
    </p:spTree>
    <p:extLst>
      <p:ext uri="{BB962C8B-B14F-4D97-AF65-F5344CB8AC3E}">
        <p14:creationId xmlns:p14="http://schemas.microsoft.com/office/powerpoint/2010/main" val="38755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BA3AD4-B4D7-A156-7567-F7A2DCE3C0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6775" y="1171575"/>
            <a:ext cx="2628900" cy="4257675"/>
          </a:xfrm>
          <a:prstGeom prst="roundRect">
            <a:avLst/>
          </a:prstGeom>
          <a:solidFill>
            <a:srgbClr val="FF655D"/>
          </a:solidFill>
          <a:ln>
            <a:solidFill>
              <a:srgbClr val="DF2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777FDB-0F00-481C-55A5-F80127F402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81550" y="1171575"/>
            <a:ext cx="2628900" cy="4257675"/>
          </a:xfrm>
          <a:prstGeom prst="roundRect">
            <a:avLst/>
          </a:prstGeom>
          <a:solidFill>
            <a:srgbClr val="91BDE6"/>
          </a:solidFill>
          <a:ln>
            <a:solidFill>
              <a:srgbClr val="4F8C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CB5516-BA88-DBE5-4FE8-E0C205808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6325" y="1171575"/>
            <a:ext cx="2628900" cy="4257675"/>
          </a:xfrm>
          <a:prstGeom prst="roundRect">
            <a:avLst/>
          </a:prstGeom>
          <a:solidFill>
            <a:srgbClr val="FEE07E"/>
          </a:solidFill>
          <a:ln>
            <a:solidFill>
              <a:srgbClr val="FFC4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452"/>
            <a:ext cx="10515600" cy="921736"/>
          </a:xfrm>
        </p:spPr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82C00669-A07B-1F33-B42E-AA3F1DF6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17" y="1610395"/>
            <a:ext cx="933915" cy="933915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C56077A9-3D84-8855-5505-68D4275FA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554" y="1577074"/>
            <a:ext cx="2304340" cy="9217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5018B0-5B02-6A4D-100B-2A02E34E192A}"/>
              </a:ext>
            </a:extLst>
          </p:cNvPr>
          <p:cNvSpPr txBox="1"/>
          <p:nvPr/>
        </p:nvSpPr>
        <p:spPr>
          <a:xfrm>
            <a:off x="1174567" y="2931080"/>
            <a:ext cx="242747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/>
              <a:t>NetInfra</a:t>
            </a:r>
            <a:endParaRPr lang="en-US">
              <a:latin typeface="Avenir Next LT Pro" panose="020B05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FE4669-7FBD-B458-F1C7-A6F8F941B02B}"/>
              </a:ext>
            </a:extLst>
          </p:cNvPr>
          <p:cNvSpPr txBox="1"/>
          <p:nvPr/>
        </p:nvSpPr>
        <p:spPr>
          <a:xfrm>
            <a:off x="5367596" y="2907952"/>
            <a:ext cx="1456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venir Next LT Pro" panose="020B0504020202020204" pitchFamily="34" charset="0"/>
              </a:rPr>
              <a:t>Roles: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 panose="020B0504020202020204" pitchFamily="34" charset="0"/>
              </a:rPr>
              <a:t>kea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 panose="020B0504020202020204" pitchFamily="34" charset="0"/>
              </a:rPr>
              <a:t>bind9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3AB21C-3751-F997-D17C-760365628246}"/>
              </a:ext>
            </a:extLst>
          </p:cNvPr>
          <p:cNvSpPr txBox="1"/>
          <p:nvPr/>
        </p:nvSpPr>
        <p:spPr>
          <a:xfrm>
            <a:off x="8649055" y="2907952"/>
            <a:ext cx="23608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Avenir Next LT Pro" panose="020B0504020202020204" pitchFamily="34" charset="0"/>
              </a:rPr>
              <a:t>Templates: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 panose="020B0504020202020204" pitchFamily="34" charset="0"/>
              </a:rPr>
              <a:t>kea-dhcp4.conf.j2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 panose="020B0504020202020204" pitchFamily="34" charset="0"/>
              </a:rPr>
              <a:t>forward.zone.j2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 panose="020B0504020202020204" pitchFamily="34" charset="0"/>
              </a:rPr>
              <a:t>reverse.zone.j2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6AAB237-4E5B-DD59-CCD5-45CFC8F3F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149" y="1361152"/>
            <a:ext cx="1287701" cy="12877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744BE-359F-CC0E-F925-08E4DDF26779}"/>
              </a:ext>
            </a:extLst>
          </p:cNvPr>
          <p:cNvSpPr txBox="1"/>
          <p:nvPr/>
        </p:nvSpPr>
        <p:spPr>
          <a:xfrm>
            <a:off x="0" y="6673184"/>
            <a:ext cx="91353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</a:rPr>
              <a:t>Ansible Logo: 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https://commons.wikimedia.org/wiki/File:Ansible_Logo.png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</a:rPr>
              <a:t> // Jinja Logo: </a:t>
            </a:r>
            <a:r>
              <a:rPr lang="en-US" sz="800">
                <a:solidFill>
                  <a:schemeClr val="bg1"/>
                </a:solidFill>
                <a:latin typeface="Avenir Next LT Pro" panose="020B05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https://jinja.palletsprojects.com/en/3.1.x/_images/jinja-logo.png</a:t>
            </a:r>
            <a:endParaRPr lang="en-US" sz="80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7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921EF-CE2B-C24F-BA02-4FA9C2DD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 descr="Timeline&#10;&#10;Description automatically generated">
            <a:extLst>
              <a:ext uri="{FF2B5EF4-FFF2-40B4-BE49-F238E27FC236}">
                <a16:creationId xmlns:a16="http://schemas.microsoft.com/office/drawing/2014/main" id="{C89D9A2E-CF05-056A-C0FB-FC2B2C41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04" y="1474801"/>
            <a:ext cx="11688191" cy="293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3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3564"/>
            <a:ext cx="10515600" cy="1500187"/>
          </a:xfrm>
        </p:spPr>
        <p:txBody>
          <a:bodyPr anchor="ctr">
            <a:normAutofit/>
          </a:bodyPr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60D2-C51D-BA40-BCEC-1D750CDF8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380891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>
                <a:latin typeface="Avenir Next LT Pro"/>
                <a:cs typeface="Arial"/>
              </a:rPr>
              <a:t>File Design</a:t>
            </a:r>
            <a:endParaRPr lang="en-US"/>
          </a:p>
          <a:p>
            <a:pPr marL="342900" indent="-342900"/>
            <a:r>
              <a:rPr lang="en-US">
                <a:latin typeface="Avenir Next LT Pro"/>
                <a:cs typeface="Arial"/>
              </a:rPr>
              <a:t>Incompatible Syntaxes</a:t>
            </a:r>
          </a:p>
          <a:p>
            <a:pPr marL="342900" indent="-342900"/>
            <a:r>
              <a:rPr lang="en-US">
                <a:latin typeface="Avenir Next LT Pro"/>
                <a:cs typeface="Arial"/>
              </a:rPr>
              <a:t>Deployment</a:t>
            </a:r>
          </a:p>
          <a:p>
            <a:pPr marL="342900" indent="-342900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7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8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2623"/>
            <a:ext cx="10515600" cy="921736"/>
          </a:xfrm>
        </p:spPr>
        <p:txBody>
          <a:bodyPr anchor="ctr">
            <a:normAutofit/>
          </a:bodyPr>
          <a:lstStyle/>
          <a:p>
            <a:r>
              <a:rPr lang="en-US"/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7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1866775-28AA-DA1A-B890-00E01A66F4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982872"/>
              </p:ext>
            </p:extLst>
          </p:nvPr>
        </p:nvGraphicFramePr>
        <p:xfrm>
          <a:off x="838200" y="1899125"/>
          <a:ext cx="10515600" cy="3693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60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DBEB4B-8514-B944-97C6-10BF34F55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44028"/>
            <a:ext cx="9144000" cy="1001860"/>
          </a:xfrm>
        </p:spPr>
        <p:txBody>
          <a:bodyPr>
            <a:normAutofit/>
          </a:bodyPr>
          <a:lstStyle/>
          <a:p>
            <a:r>
              <a:rPr lang="en-US"/>
              <a:t>Any Questions?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A44F35-941C-3A4C-9489-BA4C3AB7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6275"/>
            <a:ext cx="10515600" cy="1655762"/>
          </a:xfrm>
        </p:spPr>
        <p:txBody>
          <a:bodyPr anchor="ctr">
            <a:normAutofit/>
          </a:bodyPr>
          <a:lstStyle/>
          <a:p>
            <a:r>
              <a:rPr lang="en-US"/>
              <a:t>Thank-you!</a:t>
            </a:r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BDE8554E-0946-0B42-B962-D2EE79F8B9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9437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09E14AF-B424-ED87-59A8-C5B13B5E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4464378"/>
            <a:ext cx="1672367" cy="1324781"/>
          </a:xfrm>
          <a:prstGeom prst="rect">
            <a:avLst/>
          </a:prstGeom>
        </p:spPr>
      </p:pic>
      <p:pic>
        <p:nvPicPr>
          <p:cNvPr id="6" name="Picture 5" descr="A picture containing kitchen appliance&#10;&#10;Description automatically generated">
            <a:extLst>
              <a:ext uri="{FF2B5EF4-FFF2-40B4-BE49-F238E27FC236}">
                <a16:creationId xmlns:a16="http://schemas.microsoft.com/office/drawing/2014/main" id="{069DE215-F1DB-997B-809D-DE247803C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54" y="5126768"/>
            <a:ext cx="1430950" cy="3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14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02" y="-119605"/>
            <a:ext cx="10515600" cy="1500187"/>
          </a:xfrm>
        </p:spPr>
        <p:txBody>
          <a:bodyPr anchor="ctr">
            <a:normAutofit/>
          </a:bodyPr>
          <a:lstStyle/>
          <a:p>
            <a:r>
              <a:rPr lang="en-US"/>
              <a:t>Connect With Us!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60D2-C51D-BA40-BCEC-1D750CDF8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0268" y="4314712"/>
            <a:ext cx="3014448" cy="4879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>
                <a:latin typeface="Avenir Next LT Pro"/>
                <a:cs typeface="Arial"/>
              </a:rPr>
              <a:t>Erick McGhee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7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A2874F-6CD6-E142-9BB3-50B7B2D148CC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6F70F-70CA-421D-F17B-41AAD7A14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267" y="1246496"/>
            <a:ext cx="3014448" cy="30063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946B05-040E-6D9A-E4CC-F5A948140729}"/>
              </a:ext>
            </a:extLst>
          </p:cNvPr>
          <p:cNvSpPr txBox="1">
            <a:spLocks/>
          </p:cNvSpPr>
          <p:nvPr/>
        </p:nvSpPr>
        <p:spPr>
          <a:xfrm>
            <a:off x="7209879" y="4314712"/>
            <a:ext cx="3014448" cy="4879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>
                <a:latin typeface="Avenir Next LT Pro"/>
                <a:cs typeface="Arial"/>
              </a:rPr>
              <a:t>Tom Krobatsch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6D8DD7-6222-1A8B-2AF6-FD489F412E38}"/>
              </a:ext>
            </a:extLst>
          </p:cNvPr>
          <p:cNvSpPr txBox="1">
            <a:spLocks/>
          </p:cNvSpPr>
          <p:nvPr/>
        </p:nvSpPr>
        <p:spPr>
          <a:xfrm>
            <a:off x="0" y="5189476"/>
            <a:ext cx="12192000" cy="4879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b="1">
                <a:latin typeface="Avenir Next LT Pro"/>
                <a:cs typeface="Arial"/>
              </a:rPr>
              <a:t>Mailing List: network@nics.utk.edu</a:t>
            </a:r>
            <a:endParaRPr lang="en-US" b="1"/>
          </a:p>
        </p:txBody>
      </p:sp>
      <p:pic>
        <p:nvPicPr>
          <p:cNvPr id="1026" name="Picture 2" descr="Selected photo">
            <a:extLst>
              <a:ext uri="{FF2B5EF4-FFF2-40B4-BE49-F238E27FC236}">
                <a16:creationId xmlns:a16="http://schemas.microsoft.com/office/drawing/2014/main" id="{0A771816-8870-532B-C6C9-14C9EDE8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58" y="1118393"/>
            <a:ext cx="3196320" cy="319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39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03A-F280-8B4C-9A81-D92826F5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60D2-C51D-BA40-BCEC-1D750CDF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7" y="1908698"/>
            <a:ext cx="11585359" cy="361321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[1] Internet Systems Consortium. 2020. Bind 9. https://www.isc.org/bind/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[2] Internet Systems Consortium. 2020. Kea </a:t>
            </a:r>
            <a:r>
              <a:rPr lang="en-US" err="1">
                <a:effectLst/>
                <a:latin typeface="Arial" panose="020B0604020202020204" pitchFamily="34" charset="0"/>
              </a:rPr>
              <a:t>Dhcp</a:t>
            </a:r>
            <a:r>
              <a:rPr lang="en-US">
                <a:effectLst/>
                <a:latin typeface="Arial" panose="020B0604020202020204" pitchFamily="34" charset="0"/>
              </a:rPr>
              <a:t>. https://www.isc.org/kea/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[3] Internet Systems Consortium. 2020. Kea High Availability. https://kea.readthedocs.io/en/latest/arm/hooks.html?highlight=standby#ha-high-</a:t>
            </a:r>
            <a:br>
              <a:rPr lang="en-US"/>
            </a:br>
            <a:r>
              <a:rPr lang="en-US">
                <a:effectLst/>
                <a:latin typeface="Arial" panose="020B0604020202020204" pitchFamily="34" charset="0"/>
              </a:rPr>
              <a:t>availability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[4] Internet Systems Consortium. 2020. Stork. https://www.isc.org/categories/stork/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[5] Ralph </a:t>
            </a:r>
            <a:r>
              <a:rPr lang="en-US" err="1">
                <a:effectLst/>
                <a:latin typeface="Arial" panose="020B0604020202020204" pitchFamily="34" charset="0"/>
              </a:rPr>
              <a:t>Droms</a:t>
            </a:r>
            <a:r>
              <a:rPr lang="en-US">
                <a:effectLst/>
                <a:latin typeface="Arial" panose="020B0604020202020204" pitchFamily="34" charset="0"/>
              </a:rPr>
              <a:t>. 1999. Automated configuration of TCP/IP with DHCP. IEEE Internet Computing 3, 4 (1999), 45–53.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[6] puppet. 2020. Discover Continuous Compliance: Compliance and Security at Scale. https://puppet.com/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[7] </a:t>
            </a:r>
            <a:r>
              <a:rPr lang="en-US" err="1">
                <a:effectLst/>
                <a:latin typeface="Arial" panose="020B0604020202020204" pitchFamily="34" charset="0"/>
              </a:rPr>
              <a:t>redhat</a:t>
            </a:r>
            <a:r>
              <a:rPr lang="en-US">
                <a:effectLst/>
                <a:latin typeface="Arial" panose="020B0604020202020204" pitchFamily="34" charset="0"/>
              </a:rPr>
              <a:t>. 2020. Red Hat Ansible Automation Platform. https://www.ansible.com/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effectLst/>
                <a:latin typeface="Arial" panose="020B0604020202020204" pitchFamily="34" charset="0"/>
              </a:rPr>
              <a:t>[8] Michael Wurster, Uwe </a:t>
            </a:r>
            <a:r>
              <a:rPr lang="en-US" err="1">
                <a:effectLst/>
                <a:latin typeface="Arial" panose="020B0604020202020204" pitchFamily="34" charset="0"/>
              </a:rPr>
              <a:t>Breitenbücher</a:t>
            </a:r>
            <a:r>
              <a:rPr lang="en-US">
                <a:effectLst/>
                <a:latin typeface="Arial" panose="020B0604020202020204" pitchFamily="34" charset="0"/>
              </a:rPr>
              <a:t>, Michael </a:t>
            </a:r>
            <a:r>
              <a:rPr lang="en-US" err="1">
                <a:effectLst/>
                <a:latin typeface="Arial" panose="020B0604020202020204" pitchFamily="34" charset="0"/>
              </a:rPr>
              <a:t>Falkenthal</a:t>
            </a:r>
            <a:r>
              <a:rPr lang="en-US">
                <a:effectLst/>
                <a:latin typeface="Arial" panose="020B0604020202020204" pitchFamily="34" charset="0"/>
              </a:rPr>
              <a:t>, Christoph Krieger, Frank </a:t>
            </a:r>
            <a:r>
              <a:rPr lang="en-US" err="1">
                <a:effectLst/>
                <a:latin typeface="Arial" panose="020B0604020202020204" pitchFamily="34" charset="0"/>
              </a:rPr>
              <a:t>Leymann</a:t>
            </a:r>
            <a:r>
              <a:rPr lang="en-US">
                <a:effectLst/>
                <a:latin typeface="Arial" panose="020B0604020202020204" pitchFamily="34" charset="0"/>
              </a:rPr>
              <a:t>, Karoline Saatkamp, and Jacopo </a:t>
            </a:r>
            <a:r>
              <a:rPr lang="en-US" err="1">
                <a:effectLst/>
                <a:latin typeface="Arial" panose="020B0604020202020204" pitchFamily="34" charset="0"/>
              </a:rPr>
              <a:t>Soldani</a:t>
            </a:r>
            <a:r>
              <a:rPr lang="en-US">
                <a:effectLst/>
                <a:latin typeface="Arial" panose="020B0604020202020204" pitchFamily="34" charset="0"/>
              </a:rPr>
              <a:t>. 2020. The</a:t>
            </a:r>
            <a:br>
              <a:rPr lang="en-US"/>
            </a:br>
            <a:r>
              <a:rPr lang="en-US">
                <a:effectLst/>
                <a:latin typeface="Arial" panose="020B0604020202020204" pitchFamily="34" charset="0"/>
              </a:rPr>
              <a:t>essential deployment metamodel: a systematic review of deployment automation technologies. SICS Software-Intensive Cyber-Physical Systems 35, 1</a:t>
            </a:r>
            <a:br>
              <a:rPr lang="en-US"/>
            </a:br>
            <a:r>
              <a:rPr lang="en-US">
                <a:effectLst/>
                <a:latin typeface="Arial" panose="020B0604020202020204" pitchFamily="34" charset="0"/>
              </a:rPr>
              <a:t>(2020), 63–75.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9B92-97E7-6249-ABE1-71A46D83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874F-6CD6-E142-9BB3-50B7B2D148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8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ARC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8CCB"/>
      </a:accent1>
      <a:accent2>
        <a:srgbClr val="FFC325"/>
      </a:accent2>
      <a:accent3>
        <a:srgbClr val="DD2428"/>
      </a:accent3>
      <a:accent4>
        <a:srgbClr val="E99000"/>
      </a:accent4>
      <a:accent5>
        <a:srgbClr val="8068D5"/>
      </a:accent5>
      <a:accent6>
        <a:srgbClr val="68B15B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ARC22-PowerPoint-Template" id="{A7DA0C41-848F-DA4F-9BA8-E2ACFDD19E8A}" vid="{029E06A2-1497-DF4A-9061-ADF6226064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NetInfra - A Framework for Expressing Network Infrastructure as Code</vt:lpstr>
      <vt:lpstr>Background</vt:lpstr>
      <vt:lpstr>Solution Design</vt:lpstr>
      <vt:lpstr>PowerPoint Presentation</vt:lpstr>
      <vt:lpstr>Server Declarations</vt:lpstr>
      <vt:lpstr>DHCP Subnet Declarations</vt:lpstr>
      <vt:lpstr>DNS Zone Declarations</vt:lpstr>
      <vt:lpstr>Host Declarations</vt:lpstr>
      <vt:lpstr>Implementation</vt:lpstr>
      <vt:lpstr>PowerPoint Presentation</vt:lpstr>
      <vt:lpstr>Lessons Learned</vt:lpstr>
      <vt:lpstr>Future Work</vt:lpstr>
      <vt:lpstr>Thank-you!</vt:lpstr>
      <vt:lpstr>Connect With Us!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Wernert, Julie A</dc:creator>
  <cp:revision>1</cp:revision>
  <dcterms:created xsi:type="dcterms:W3CDTF">2022-06-13T14:08:29Z</dcterms:created>
  <dcterms:modified xsi:type="dcterms:W3CDTF">2022-07-13T14:07:59Z</dcterms:modified>
</cp:coreProperties>
</file>